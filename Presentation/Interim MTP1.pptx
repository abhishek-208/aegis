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58" r:id="rId5"/>
    <p:sldId id="283" r:id="rId6"/>
    <p:sldId id="336" r:id="rId7"/>
    <p:sldId id="340" r:id="rId8"/>
    <p:sldId id="374" r:id="rId9"/>
    <p:sldId id="359" r:id="rId10"/>
    <p:sldId id="361" r:id="rId11"/>
    <p:sldId id="342" r:id="rId12"/>
    <p:sldId id="343" r:id="rId13"/>
    <p:sldId id="379" r:id="rId14"/>
    <p:sldId id="378" r:id="rId15"/>
    <p:sldId id="375" r:id="rId16"/>
    <p:sldId id="376" r:id="rId17"/>
    <p:sldId id="377" r:id="rId18"/>
    <p:sldId id="382" r:id="rId19"/>
    <p:sldId id="384" r:id="rId20"/>
    <p:sldId id="385" r:id="rId21"/>
    <p:sldId id="383" r:id="rId22"/>
    <p:sldId id="380" r:id="rId23"/>
    <p:sldId id="381" r:id="rId24"/>
    <p:sldId id="386" r:id="rId25"/>
    <p:sldId id="387" r:id="rId26"/>
    <p:sldId id="372" r:id="rId27"/>
    <p:sldId id="388" r:id="rId28"/>
    <p:sldId id="27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9E2"/>
    <a:srgbClr val="FCF9BC"/>
    <a:srgbClr val="FDFBD7"/>
    <a:srgbClr val="FAF1B8"/>
    <a:srgbClr val="FEF7E8"/>
    <a:srgbClr val="4071AA"/>
    <a:srgbClr val="12B063"/>
    <a:srgbClr val="FC3F47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8"/>
    <p:restoredTop sz="94223" autoAdjust="0"/>
  </p:normalViewPr>
  <p:slideViewPr>
    <p:cSldViewPr snapToGrid="0" showGuides="1">
      <p:cViewPr varScale="1">
        <p:scale>
          <a:sx n="63" d="100"/>
          <a:sy n="63" d="100"/>
        </p:scale>
        <p:origin x="971" y="34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D38E-15F3-5E0B-6D4F-52A34998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1B09C-22C6-4F56-4DAB-E72F343E2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B5320-BB9C-F343-09F1-B907219CB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C95BF-ED15-5580-9A33-2702DD1AF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78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E337-F018-166B-441B-1F051269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AC1F4-6D3F-12C3-1516-91D535BD3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ED153-9E80-FB8A-6626-C3697DC8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D6C1B-44A3-19B0-26C8-B51C7EA84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49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FFD2-D6D9-8E20-3743-890590D4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D8EB2-47D1-E4E7-99B1-28A10A6D4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44C0A-0078-AC59-E68A-48B303AE1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79EB5-3EC9-8CB4-61DA-A21B23D07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1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0202-7730-0051-7584-4A305872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64F4C-22D3-3E74-558D-9F63BFB6D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01E4B-7871-5060-8CE2-8A4387AD1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534DE-B750-55A6-3DF2-F746054FD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48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A8E0-B9BF-6FFE-7E53-F711F6A0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3FB05-84A7-3D73-C131-076CDADAD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6F4FF-8D0A-7AD0-E9B7-A0F40DC79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1E387-F476-E5E9-3D49-DBB205026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34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FB960-C590-BBCE-8E45-41231260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92F15-7027-DBDC-4496-12F1B494F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FC021-4C10-441E-9772-3296D5A05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F5E28-A041-E091-E6F5-AA5EB65EC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188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C9F2-C3EF-BC9F-13AB-C086120A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44DC9-AA0E-CC16-4263-D95CD9049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7A433-A741-0D9E-591C-6C2AA8FC6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7BED6-90EF-E5F1-7362-692530539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420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C48C-6CC4-ECE8-9583-1A35B386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3CDDF-AA64-BB5C-8DB4-A3C1D7C72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966B6-2561-D50E-919B-BDAB1E36C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13998-7081-7E6B-CC05-977981EB7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589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B5B3C-C6DA-0738-E82A-4F9F9F56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5FF9-20B4-A5B5-CDF1-F776DB24D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C7DDA-DFCC-37AC-A369-9B6022A27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7C673-3FBB-5C73-FE8F-543F13036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7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4924-24D2-4397-DE87-EA8EE0A6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9EC8E-6140-3449-02DA-E3014A7D3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93FB9-E3A5-4C9D-D587-81CAF1D5A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6949B-1305-40C9-B6ED-DE922DD03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08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9659-01D8-D6BB-EF73-B3A148C7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0BB53-9EA9-B5EB-A76B-B0649280E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9B5DD-AD0A-2FA7-F7CF-B18046926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783E0-CB05-F4C6-B8FE-36C624028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80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F32D-68D0-73A7-D79C-47912EA9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C74A4-7814-3239-0B9C-9DDF7CD91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F820E-7250-AAD2-B7C6-57500CBD6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58D28-095C-57B6-6901-01DD76F9C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16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67C3-814D-C812-0E56-E916D53F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E6F7C-5D65-D766-6E4F-20C4BCBE7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4CEEC-7FC6-D366-3C69-A473FA3D9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BF91-7482-420B-039D-1AE28D323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640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DD68-63DA-E353-449E-3DEB4C64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8F728-6C81-BB2F-88DA-B88D4DC16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7BE79-ADD8-DD6F-969E-D4E58FD37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4C74-F813-4955-95FD-CAD9D6BDE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975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7609-A7B2-7941-AE0C-EC8D8C20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6CF2C-3348-7E7A-0918-42F54425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8CCEE-EF9E-BDD4-108B-100E92D84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56EE0-1656-8BEE-E215-085C5E5E7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27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6535-51E5-62E7-3E36-38DA9F4C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85223-CFBA-BFB5-E460-46919C68F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35507-1276-997E-F7A3-0FD4C4914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6ECDE-D321-6EF2-349A-56A23D870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09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E263-881E-7554-FE46-B4BF47CA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4BF5F-E633-375E-9704-BA715A691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EE8B6-461B-AAFC-8FF0-1836B66C1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C3C87-81CE-9412-83FF-5BFC67278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817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0C00-8308-A7E8-3589-271D8D05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BC022-7F84-12A4-BD5C-48B787F77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E86B2-15F8-F46F-D749-A5FEAC052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ED34-2DEE-3C07-77F7-2104C4666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065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1588-73A9-4CD6-4E35-E9235AEF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D9B2C-8BDB-C2CB-7A11-CC96B54DB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A2D38-C495-1D41-9058-43E86F2D8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B878E-04AC-AAF0-83F3-14CD31B6A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7800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microsoft.com/office/2007/relationships/hdphoto" Target="../media/hdphoto1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4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4.png"/><Relationship Id="rId7" Type="http://schemas.microsoft.com/office/2007/relationships/hdphoto" Target="../media/hdphoto3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microsoft.com/office/2007/relationships/hdphoto" Target="../media/hdphoto5.wdp"/><Relationship Id="rId5" Type="http://schemas.openxmlformats.org/officeDocument/2006/relationships/image" Target="../media/image42.png"/><Relationship Id="rId10" Type="http://schemas.openxmlformats.org/officeDocument/2006/relationships/image" Target="../media/image57.png"/><Relationship Id="rId4" Type="http://schemas.openxmlformats.org/officeDocument/2006/relationships/image" Target="../media/image45.svg"/><Relationship Id="rId9" Type="http://schemas.microsoft.com/office/2007/relationships/hdphoto" Target="../media/hdphoto4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819" y="2127177"/>
            <a:ext cx="7453232" cy="1450848"/>
          </a:xfrm>
        </p:spPr>
        <p:txBody>
          <a:bodyPr/>
          <a:lstStyle/>
          <a:p>
            <a:r>
              <a:rPr lang="en-US" sz="3200" u="sng" dirty="0"/>
              <a:t>Lightweight Byzantine Detection for Resource-Constrained Federated Learning</a:t>
            </a:r>
          </a:p>
        </p:txBody>
      </p:sp>
      <p:grpSp>
        <p:nvGrpSpPr>
          <p:cNvPr id="7" name="Google Shape;2468;p74">
            <a:extLst>
              <a:ext uri="{FF2B5EF4-FFF2-40B4-BE49-F238E27FC236}">
                <a16:creationId xmlns:a16="http://schemas.microsoft.com/office/drawing/2014/main" id="{D8A36B42-65F8-22D5-D20D-1E9C06CA86F3}"/>
              </a:ext>
            </a:extLst>
          </p:cNvPr>
          <p:cNvGrpSpPr/>
          <p:nvPr/>
        </p:nvGrpSpPr>
        <p:grpSpPr>
          <a:xfrm>
            <a:off x="5220712" y="262352"/>
            <a:ext cx="1232376" cy="1648100"/>
            <a:chOff x="4880483" y="2302950"/>
            <a:chExt cx="1657009" cy="2081307"/>
          </a:xfrm>
        </p:grpSpPr>
        <p:sp>
          <p:nvSpPr>
            <p:cNvPr id="8" name="Google Shape;2469;p74">
              <a:extLst>
                <a:ext uri="{FF2B5EF4-FFF2-40B4-BE49-F238E27FC236}">
                  <a16:creationId xmlns:a16="http://schemas.microsoft.com/office/drawing/2014/main" id="{DE1D09B7-D53B-6F3A-2F1D-1B401BD0070F}"/>
                </a:ext>
              </a:extLst>
            </p:cNvPr>
            <p:cNvSpPr/>
            <p:nvPr/>
          </p:nvSpPr>
          <p:spPr>
            <a:xfrm>
              <a:off x="4979588" y="3577250"/>
              <a:ext cx="1557900" cy="8070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9" name="Google Shape;2470;p74">
              <a:extLst>
                <a:ext uri="{FF2B5EF4-FFF2-40B4-BE49-F238E27FC236}">
                  <a16:creationId xmlns:a16="http://schemas.microsoft.com/office/drawing/2014/main" id="{07BBD54F-3106-ABEB-5742-A5FF482149B3}"/>
                </a:ext>
              </a:extLst>
            </p:cNvPr>
            <p:cNvGrpSpPr/>
            <p:nvPr/>
          </p:nvGrpSpPr>
          <p:grpSpPr>
            <a:xfrm>
              <a:off x="4880483" y="2352070"/>
              <a:ext cx="1657009" cy="2032187"/>
              <a:chOff x="4211942" y="1098107"/>
              <a:chExt cx="2698712" cy="3309750"/>
            </a:xfrm>
          </p:grpSpPr>
          <p:sp>
            <p:nvSpPr>
              <p:cNvPr id="11" name="Google Shape;2471;p74">
                <a:extLst>
                  <a:ext uri="{FF2B5EF4-FFF2-40B4-BE49-F238E27FC236}">
                    <a16:creationId xmlns:a16="http://schemas.microsoft.com/office/drawing/2014/main" id="{667EF3E1-C368-0311-4474-17072E221AED}"/>
                  </a:ext>
                </a:extLst>
              </p:cNvPr>
              <p:cNvSpPr/>
              <p:nvPr/>
            </p:nvSpPr>
            <p:spPr>
              <a:xfrm>
                <a:off x="4748369" y="3255069"/>
                <a:ext cx="1606913" cy="1152787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1948" extrusionOk="0">
                    <a:moveTo>
                      <a:pt x="628" y="0"/>
                    </a:moveTo>
                    <a:lnTo>
                      <a:pt x="0" y="1948"/>
                    </a:lnTo>
                    <a:lnTo>
                      <a:pt x="2715" y="1948"/>
                    </a:lnTo>
                    <a:cubicBezTo>
                      <a:pt x="2715" y="1948"/>
                      <a:pt x="2299" y="1241"/>
                      <a:pt x="2309" y="972"/>
                    </a:cubicBezTo>
                    <a:cubicBezTo>
                      <a:pt x="2336" y="372"/>
                      <a:pt x="2062" y="33"/>
                      <a:pt x="2062" y="33"/>
                    </a:cubicBezTo>
                    <a:cubicBezTo>
                      <a:pt x="2062" y="33"/>
                      <a:pt x="1070" y="44"/>
                      <a:pt x="6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472;p74">
                <a:extLst>
                  <a:ext uri="{FF2B5EF4-FFF2-40B4-BE49-F238E27FC236}">
                    <a16:creationId xmlns:a16="http://schemas.microsoft.com/office/drawing/2014/main" id="{B0AA8830-1C14-DC84-26C2-0D1F96B82DEF}"/>
                  </a:ext>
                </a:extLst>
              </p:cNvPr>
              <p:cNvSpPr/>
              <p:nvPr/>
            </p:nvSpPr>
            <p:spPr>
              <a:xfrm>
                <a:off x="4211942" y="1879658"/>
                <a:ext cx="808786" cy="1004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698" extrusionOk="0">
                    <a:moveTo>
                      <a:pt x="1296" y="565"/>
                    </a:moveTo>
                    <a:cubicBezTo>
                      <a:pt x="1296" y="565"/>
                      <a:pt x="1108" y="603"/>
                      <a:pt x="1051" y="659"/>
                    </a:cubicBezTo>
                    <a:cubicBezTo>
                      <a:pt x="1051" y="659"/>
                      <a:pt x="1240" y="483"/>
                      <a:pt x="1367" y="321"/>
                    </a:cubicBezTo>
                    <a:cubicBezTo>
                      <a:pt x="1367" y="321"/>
                      <a:pt x="1257" y="135"/>
                      <a:pt x="1051" y="0"/>
                    </a:cubicBezTo>
                    <a:cubicBezTo>
                      <a:pt x="1051" y="0"/>
                      <a:pt x="-5" y="550"/>
                      <a:pt x="0" y="1361"/>
                    </a:cubicBezTo>
                    <a:cubicBezTo>
                      <a:pt x="0" y="1437"/>
                      <a:pt x="30" y="1511"/>
                      <a:pt x="84" y="1566"/>
                    </a:cubicBezTo>
                    <a:cubicBezTo>
                      <a:pt x="215" y="1699"/>
                      <a:pt x="454" y="1790"/>
                      <a:pt x="1275" y="1539"/>
                    </a:cubicBezTo>
                    <a:lnTo>
                      <a:pt x="1296" y="565"/>
                    </a:ln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473;p74">
                <a:extLst>
                  <a:ext uri="{FF2B5EF4-FFF2-40B4-BE49-F238E27FC236}">
                    <a16:creationId xmlns:a16="http://schemas.microsoft.com/office/drawing/2014/main" id="{76E2EDDF-B9BA-83B8-8B31-CB72919482CC}"/>
                  </a:ext>
                </a:extLst>
              </p:cNvPr>
              <p:cNvSpPr/>
              <p:nvPr/>
            </p:nvSpPr>
            <p:spPr>
              <a:xfrm>
                <a:off x="4455288" y="2231948"/>
                <a:ext cx="457088" cy="285385"/>
              </a:xfrm>
              <a:custGeom>
                <a:avLst/>
                <a:gdLst/>
                <a:ahLst/>
                <a:cxnLst/>
                <a:rect l="l" t="t" r="r" b="b"/>
                <a:pathLst>
                  <a:path w="773" h="483" fill="none" extrusionOk="0">
                    <a:moveTo>
                      <a:pt x="773" y="0"/>
                    </a:moveTo>
                    <a:cubicBezTo>
                      <a:pt x="773" y="0"/>
                      <a:pt x="295" y="278"/>
                      <a:pt x="0" y="48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474;p74">
                <a:extLst>
                  <a:ext uri="{FF2B5EF4-FFF2-40B4-BE49-F238E27FC236}">
                    <a16:creationId xmlns:a16="http://schemas.microsoft.com/office/drawing/2014/main" id="{A9460D51-0E66-00DB-41E1-8E9BD2359326}"/>
                  </a:ext>
                </a:extLst>
              </p:cNvPr>
              <p:cNvSpPr/>
              <p:nvPr/>
            </p:nvSpPr>
            <p:spPr>
              <a:xfrm>
                <a:off x="4772644" y="1599010"/>
                <a:ext cx="435180" cy="55893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945" extrusionOk="0">
                    <a:moveTo>
                      <a:pt x="191" y="945"/>
                    </a:moveTo>
                    <a:cubicBezTo>
                      <a:pt x="191" y="945"/>
                      <a:pt x="353" y="953"/>
                      <a:pt x="567" y="728"/>
                    </a:cubicBezTo>
                    <a:cubicBezTo>
                      <a:pt x="666" y="620"/>
                      <a:pt x="557" y="541"/>
                      <a:pt x="465" y="625"/>
                    </a:cubicBezTo>
                    <a:cubicBezTo>
                      <a:pt x="456" y="634"/>
                      <a:pt x="435" y="639"/>
                      <a:pt x="442" y="630"/>
                    </a:cubicBezTo>
                    <a:cubicBezTo>
                      <a:pt x="442" y="630"/>
                      <a:pt x="550" y="482"/>
                      <a:pt x="691" y="320"/>
                    </a:cubicBezTo>
                    <a:cubicBezTo>
                      <a:pt x="724" y="282"/>
                      <a:pt x="760" y="236"/>
                      <a:pt x="717" y="187"/>
                    </a:cubicBezTo>
                    <a:cubicBezTo>
                      <a:pt x="630" y="90"/>
                      <a:pt x="493" y="376"/>
                      <a:pt x="471" y="393"/>
                    </a:cubicBezTo>
                    <a:lnTo>
                      <a:pt x="471" y="393"/>
                    </a:lnTo>
                    <a:cubicBezTo>
                      <a:pt x="471" y="393"/>
                      <a:pt x="717" y="160"/>
                      <a:pt x="631" y="75"/>
                    </a:cubicBezTo>
                    <a:cubicBezTo>
                      <a:pt x="550" y="-6"/>
                      <a:pt x="422" y="263"/>
                      <a:pt x="392" y="304"/>
                    </a:cubicBezTo>
                    <a:lnTo>
                      <a:pt x="392" y="304"/>
                    </a:lnTo>
                    <a:cubicBezTo>
                      <a:pt x="639" y="85"/>
                      <a:pt x="489" y="17"/>
                      <a:pt x="489" y="17"/>
                    </a:cubicBezTo>
                    <a:cubicBezTo>
                      <a:pt x="433" y="-13"/>
                      <a:pt x="366" y="94"/>
                      <a:pt x="348" y="129"/>
                    </a:cubicBezTo>
                    <a:lnTo>
                      <a:pt x="348" y="129"/>
                    </a:lnTo>
                    <a:cubicBezTo>
                      <a:pt x="348" y="121"/>
                      <a:pt x="412" y="48"/>
                      <a:pt x="344" y="9"/>
                    </a:cubicBezTo>
                    <a:cubicBezTo>
                      <a:pt x="280" y="-31"/>
                      <a:pt x="194" y="76"/>
                      <a:pt x="122" y="195"/>
                    </a:cubicBezTo>
                    <a:cubicBezTo>
                      <a:pt x="87" y="249"/>
                      <a:pt x="61" y="312"/>
                      <a:pt x="41" y="376"/>
                    </a:cubicBezTo>
                    <a:cubicBezTo>
                      <a:pt x="-7" y="549"/>
                      <a:pt x="-61" y="876"/>
                      <a:pt x="191" y="945"/>
                    </a:cubicBez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475;p74">
                <a:extLst>
                  <a:ext uri="{FF2B5EF4-FFF2-40B4-BE49-F238E27FC236}">
                    <a16:creationId xmlns:a16="http://schemas.microsoft.com/office/drawing/2014/main" id="{02322133-D084-10CF-755F-16191615DCEA}"/>
                  </a:ext>
                </a:extLst>
              </p:cNvPr>
              <p:cNvSpPr/>
              <p:nvPr/>
            </p:nvSpPr>
            <p:spPr>
              <a:xfrm>
                <a:off x="5001780" y="1707361"/>
                <a:ext cx="145652" cy="193020"/>
              </a:xfrm>
              <a:custGeom>
                <a:avLst/>
                <a:gdLst/>
                <a:ahLst/>
                <a:cxnLst/>
                <a:rect l="l" t="t" r="r" b="b"/>
                <a:pathLst>
                  <a:path w="247" h="327" fill="none" extrusionOk="0">
                    <a:moveTo>
                      <a:pt x="0" y="327"/>
                    </a:moveTo>
                    <a:cubicBezTo>
                      <a:pt x="0" y="327"/>
                      <a:pt x="119" y="134"/>
                      <a:pt x="247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476;p74">
                <a:extLst>
                  <a:ext uri="{FF2B5EF4-FFF2-40B4-BE49-F238E27FC236}">
                    <a16:creationId xmlns:a16="http://schemas.microsoft.com/office/drawing/2014/main" id="{0E624A1D-01C8-EEB3-D33D-D6771F34E2EA}"/>
                  </a:ext>
                </a:extLst>
              </p:cNvPr>
              <p:cNvSpPr/>
              <p:nvPr/>
            </p:nvSpPr>
            <p:spPr>
              <a:xfrm>
                <a:off x="4948493" y="1654074"/>
                <a:ext cx="138547" cy="226768"/>
              </a:xfrm>
              <a:custGeom>
                <a:avLst/>
                <a:gdLst/>
                <a:ahLst/>
                <a:cxnLst/>
                <a:rect l="l" t="t" r="r" b="b"/>
                <a:pathLst>
                  <a:path w="235" h="384" fill="none" extrusionOk="0">
                    <a:moveTo>
                      <a:pt x="0" y="384"/>
                    </a:moveTo>
                    <a:cubicBezTo>
                      <a:pt x="0" y="384"/>
                      <a:pt x="102" y="133"/>
                      <a:pt x="235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477;p74">
                <a:extLst>
                  <a:ext uri="{FF2B5EF4-FFF2-40B4-BE49-F238E27FC236}">
                    <a16:creationId xmlns:a16="http://schemas.microsoft.com/office/drawing/2014/main" id="{B64780A2-A093-BF97-E0AE-E9B1E7284EE8}"/>
                  </a:ext>
                </a:extLst>
              </p:cNvPr>
              <p:cNvSpPr/>
              <p:nvPr/>
            </p:nvSpPr>
            <p:spPr>
              <a:xfrm>
                <a:off x="4878035" y="1652297"/>
                <a:ext cx="110719" cy="207822"/>
              </a:xfrm>
              <a:custGeom>
                <a:avLst/>
                <a:gdLst/>
                <a:ahLst/>
                <a:cxnLst/>
                <a:rect l="l" t="t" r="r" b="b"/>
                <a:pathLst>
                  <a:path w="188" h="352" fill="none" extrusionOk="0">
                    <a:moveTo>
                      <a:pt x="0" y="352"/>
                    </a:moveTo>
                    <a:cubicBezTo>
                      <a:pt x="0" y="352"/>
                      <a:pt x="89" y="141"/>
                      <a:pt x="188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478;p74">
                <a:extLst>
                  <a:ext uri="{FF2B5EF4-FFF2-40B4-BE49-F238E27FC236}">
                    <a16:creationId xmlns:a16="http://schemas.microsoft.com/office/drawing/2014/main" id="{22F03959-1D1F-96AD-37C9-16960E34AEFC}"/>
                  </a:ext>
                </a:extLst>
              </p:cNvPr>
              <p:cNvSpPr/>
              <p:nvPr/>
            </p:nvSpPr>
            <p:spPr>
              <a:xfrm>
                <a:off x="4869746" y="1455726"/>
                <a:ext cx="351106" cy="537614"/>
              </a:xfrm>
              <a:custGeom>
                <a:avLst/>
                <a:gdLst/>
                <a:ahLst/>
                <a:cxnLst/>
                <a:rect l="l" t="t" r="r" b="b"/>
                <a:pathLst>
                  <a:path w="594" h="909" extrusionOk="0">
                    <a:moveTo>
                      <a:pt x="446" y="909"/>
                    </a:moveTo>
                    <a:lnTo>
                      <a:pt x="43" y="862"/>
                    </a:lnTo>
                    <a:cubicBezTo>
                      <a:pt x="17" y="859"/>
                      <a:pt x="-3" y="836"/>
                      <a:pt x="1" y="810"/>
                    </a:cubicBezTo>
                    <a:lnTo>
                      <a:pt x="95" y="43"/>
                    </a:lnTo>
                    <a:cubicBezTo>
                      <a:pt x="98" y="17"/>
                      <a:pt x="121" y="-2"/>
                      <a:pt x="149" y="0"/>
                    </a:cubicBezTo>
                    <a:lnTo>
                      <a:pt x="551" y="48"/>
                    </a:lnTo>
                    <a:cubicBezTo>
                      <a:pt x="578" y="50"/>
                      <a:pt x="596" y="74"/>
                      <a:pt x="594" y="99"/>
                    </a:cubicBezTo>
                    <a:lnTo>
                      <a:pt x="500" y="867"/>
                    </a:lnTo>
                    <a:cubicBezTo>
                      <a:pt x="495" y="895"/>
                      <a:pt x="472" y="912"/>
                      <a:pt x="446" y="9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479;p74">
                <a:extLst>
                  <a:ext uri="{FF2B5EF4-FFF2-40B4-BE49-F238E27FC236}">
                    <a16:creationId xmlns:a16="http://schemas.microsoft.com/office/drawing/2014/main" id="{5672DD1C-2353-85E4-A4FB-F5BFBEAB2EEB}"/>
                  </a:ext>
                </a:extLst>
              </p:cNvPr>
              <p:cNvSpPr/>
              <p:nvPr/>
            </p:nvSpPr>
            <p:spPr>
              <a:xfrm>
                <a:off x="4907639" y="1491251"/>
                <a:ext cx="275319" cy="468337"/>
              </a:xfrm>
              <a:custGeom>
                <a:avLst/>
                <a:gdLst/>
                <a:ahLst/>
                <a:cxnLst/>
                <a:rect l="l" t="t" r="r" b="b"/>
                <a:pathLst>
                  <a:path w="466" h="792" extrusionOk="0">
                    <a:moveTo>
                      <a:pt x="364" y="791"/>
                    </a:moveTo>
                    <a:lnTo>
                      <a:pt x="12" y="753"/>
                    </a:lnTo>
                    <a:cubicBezTo>
                      <a:pt x="4" y="753"/>
                      <a:pt x="-2" y="745"/>
                      <a:pt x="1" y="740"/>
                    </a:cubicBezTo>
                    <a:lnTo>
                      <a:pt x="90" y="11"/>
                    </a:lnTo>
                    <a:cubicBezTo>
                      <a:pt x="90" y="3"/>
                      <a:pt x="98" y="-2"/>
                      <a:pt x="103" y="1"/>
                    </a:cubicBezTo>
                    <a:lnTo>
                      <a:pt x="454" y="39"/>
                    </a:lnTo>
                    <a:cubicBezTo>
                      <a:pt x="463" y="39"/>
                      <a:pt x="467" y="47"/>
                      <a:pt x="466" y="52"/>
                    </a:cubicBezTo>
                    <a:lnTo>
                      <a:pt x="377" y="781"/>
                    </a:lnTo>
                    <a:cubicBezTo>
                      <a:pt x="377" y="789"/>
                      <a:pt x="372" y="794"/>
                      <a:pt x="364" y="79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" name="Google Shape;2480;p74">
                <a:extLst>
                  <a:ext uri="{FF2B5EF4-FFF2-40B4-BE49-F238E27FC236}">
                    <a16:creationId xmlns:a16="http://schemas.microsoft.com/office/drawing/2014/main" id="{EA4A179A-A6CA-5908-EE59-48E4F8258EE6}"/>
                  </a:ext>
                </a:extLst>
              </p:cNvPr>
              <p:cNvCxnSpPr/>
              <p:nvPr/>
            </p:nvCxnSpPr>
            <p:spPr>
              <a:xfrm flipH="1">
                <a:off x="4875088" y="1532696"/>
                <a:ext cx="43800" cy="368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" name="Google Shape;2481;p74">
                <a:extLst>
                  <a:ext uri="{FF2B5EF4-FFF2-40B4-BE49-F238E27FC236}">
                    <a16:creationId xmlns:a16="http://schemas.microsoft.com/office/drawing/2014/main" id="{A8C5EAB5-095D-675A-5472-98E4A2E8FED2}"/>
                  </a:ext>
                </a:extLst>
              </p:cNvPr>
              <p:cNvCxnSpPr/>
              <p:nvPr/>
            </p:nvCxnSpPr>
            <p:spPr>
              <a:xfrm rot="10800000">
                <a:off x="4914802" y="1937192"/>
                <a:ext cx="130200" cy="14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" name="Google Shape;2482;p74">
                <a:extLst>
                  <a:ext uri="{FF2B5EF4-FFF2-40B4-BE49-F238E27FC236}">
                    <a16:creationId xmlns:a16="http://schemas.microsoft.com/office/drawing/2014/main" id="{55B92082-F5A2-70AC-F896-C8CEBEEFC080}"/>
                  </a:ext>
                </a:extLst>
              </p:cNvPr>
              <p:cNvCxnSpPr/>
              <p:nvPr/>
            </p:nvCxnSpPr>
            <p:spPr>
              <a:xfrm rot="10800000">
                <a:off x="4968594" y="1458741"/>
                <a:ext cx="159300" cy="183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" name="Google Shape;2483;p74">
                <a:extLst>
                  <a:ext uri="{FF2B5EF4-FFF2-40B4-BE49-F238E27FC236}">
                    <a16:creationId xmlns:a16="http://schemas.microsoft.com/office/drawing/2014/main" id="{B501702B-45DD-57A1-E246-FF9243ABAA6E}"/>
                  </a:ext>
                </a:extLst>
              </p:cNvPr>
              <p:cNvSpPr/>
              <p:nvPr/>
            </p:nvSpPr>
            <p:spPr>
              <a:xfrm>
                <a:off x="4786854" y="2650551"/>
                <a:ext cx="181178" cy="19006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22" extrusionOk="0">
                    <a:moveTo>
                      <a:pt x="0" y="322"/>
                    </a:moveTo>
                    <a:lnTo>
                      <a:pt x="307" y="0"/>
                    </a:lnTo>
                    <a:lnTo>
                      <a:pt x="302" y="237"/>
                    </a:lnTo>
                    <a:cubicBezTo>
                      <a:pt x="302" y="237"/>
                      <a:pt x="124" y="292"/>
                      <a:pt x="0" y="322"/>
                    </a:cubicBezTo>
                    <a:close/>
                  </a:path>
                </a:pathLst>
              </a:custGeom>
              <a:solidFill>
                <a:srgbClr val="66000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84;p74">
                <a:extLst>
                  <a:ext uri="{FF2B5EF4-FFF2-40B4-BE49-F238E27FC236}">
                    <a16:creationId xmlns:a16="http://schemas.microsoft.com/office/drawing/2014/main" id="{9F25CE9F-F8CE-6290-1457-0BF99E225285}"/>
                  </a:ext>
                </a:extLst>
              </p:cNvPr>
              <p:cNvSpPr/>
              <p:nvPr/>
            </p:nvSpPr>
            <p:spPr>
              <a:xfrm>
                <a:off x="5842537" y="2182213"/>
                <a:ext cx="897598" cy="995290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1682" extrusionOk="0">
                    <a:moveTo>
                      <a:pt x="461" y="569"/>
                    </a:moveTo>
                    <a:cubicBezTo>
                      <a:pt x="461" y="569"/>
                      <a:pt x="555" y="643"/>
                      <a:pt x="633" y="719"/>
                    </a:cubicBezTo>
                    <a:cubicBezTo>
                      <a:pt x="633" y="719"/>
                      <a:pt x="936" y="371"/>
                      <a:pt x="1103" y="0"/>
                    </a:cubicBezTo>
                    <a:cubicBezTo>
                      <a:pt x="1103" y="0"/>
                      <a:pt x="1240" y="26"/>
                      <a:pt x="1517" y="262"/>
                    </a:cubicBezTo>
                    <a:cubicBezTo>
                      <a:pt x="1517" y="262"/>
                      <a:pt x="1273" y="1320"/>
                      <a:pt x="923" y="1584"/>
                    </a:cubicBezTo>
                    <a:cubicBezTo>
                      <a:pt x="517" y="1887"/>
                      <a:pt x="179" y="1391"/>
                      <a:pt x="179" y="1391"/>
                    </a:cubicBezTo>
                    <a:cubicBezTo>
                      <a:pt x="179" y="1391"/>
                      <a:pt x="-373" y="580"/>
                      <a:pt x="461" y="569"/>
                    </a:cubicBez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485;p74">
                <a:extLst>
                  <a:ext uri="{FF2B5EF4-FFF2-40B4-BE49-F238E27FC236}">
                    <a16:creationId xmlns:a16="http://schemas.microsoft.com/office/drawing/2014/main" id="{D9ACD0CA-7A23-3782-CCF9-02D0C900AA9D}"/>
                  </a:ext>
                </a:extLst>
              </p:cNvPr>
              <p:cNvSpPr/>
              <p:nvPr/>
            </p:nvSpPr>
            <p:spPr>
              <a:xfrm>
                <a:off x="6457710" y="1712690"/>
                <a:ext cx="452943" cy="740107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251" extrusionOk="0">
                    <a:moveTo>
                      <a:pt x="26" y="1080"/>
                    </a:moveTo>
                    <a:cubicBezTo>
                      <a:pt x="26" y="1080"/>
                      <a:pt x="-41" y="803"/>
                      <a:pt x="39" y="542"/>
                    </a:cubicBezTo>
                    <a:cubicBezTo>
                      <a:pt x="119" y="281"/>
                      <a:pt x="201" y="-41"/>
                      <a:pt x="316" y="5"/>
                    </a:cubicBezTo>
                    <a:cubicBezTo>
                      <a:pt x="415" y="46"/>
                      <a:pt x="384" y="174"/>
                      <a:pt x="291" y="422"/>
                    </a:cubicBezTo>
                    <a:cubicBezTo>
                      <a:pt x="291" y="422"/>
                      <a:pt x="321" y="349"/>
                      <a:pt x="418" y="404"/>
                    </a:cubicBezTo>
                    <a:cubicBezTo>
                      <a:pt x="514" y="460"/>
                      <a:pt x="486" y="493"/>
                      <a:pt x="486" y="493"/>
                    </a:cubicBezTo>
                    <a:cubicBezTo>
                      <a:pt x="486" y="493"/>
                      <a:pt x="512" y="460"/>
                      <a:pt x="595" y="506"/>
                    </a:cubicBezTo>
                    <a:cubicBezTo>
                      <a:pt x="680" y="554"/>
                      <a:pt x="636" y="616"/>
                      <a:pt x="636" y="616"/>
                    </a:cubicBezTo>
                    <a:cubicBezTo>
                      <a:pt x="636" y="616"/>
                      <a:pt x="629" y="545"/>
                      <a:pt x="740" y="628"/>
                    </a:cubicBezTo>
                    <a:cubicBezTo>
                      <a:pt x="817" y="686"/>
                      <a:pt x="705" y="867"/>
                      <a:pt x="628" y="939"/>
                    </a:cubicBezTo>
                    <a:cubicBezTo>
                      <a:pt x="550" y="1012"/>
                      <a:pt x="529" y="1211"/>
                      <a:pt x="359" y="1244"/>
                    </a:cubicBezTo>
                    <a:cubicBezTo>
                      <a:pt x="192" y="1281"/>
                      <a:pt x="18" y="1160"/>
                      <a:pt x="26" y="1080"/>
                    </a:cubicBez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486;p74">
                <a:extLst>
                  <a:ext uri="{FF2B5EF4-FFF2-40B4-BE49-F238E27FC236}">
                    <a16:creationId xmlns:a16="http://schemas.microsoft.com/office/drawing/2014/main" id="{93896F5B-40BC-ADF6-5E26-976F211A0444}"/>
                  </a:ext>
                </a:extLst>
              </p:cNvPr>
              <p:cNvSpPr/>
              <p:nvPr/>
            </p:nvSpPr>
            <p:spPr>
              <a:xfrm>
                <a:off x="6761449" y="2070901"/>
                <a:ext cx="102430" cy="187691"/>
              </a:xfrm>
              <a:custGeom>
                <a:avLst/>
                <a:gdLst/>
                <a:ahLst/>
                <a:cxnLst/>
                <a:rect l="l" t="t" r="r" b="b"/>
                <a:pathLst>
                  <a:path w="174" h="318" fill="none" extrusionOk="0">
                    <a:moveTo>
                      <a:pt x="174" y="267"/>
                    </a:moveTo>
                    <a:cubicBezTo>
                      <a:pt x="174" y="267"/>
                      <a:pt x="101" y="349"/>
                      <a:pt x="29" y="305"/>
                    </a:cubicBezTo>
                    <a:cubicBezTo>
                      <a:pt x="-22" y="273"/>
                      <a:pt x="-14" y="201"/>
                      <a:pt x="128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487;p74">
                <a:extLst>
                  <a:ext uri="{FF2B5EF4-FFF2-40B4-BE49-F238E27FC236}">
                    <a16:creationId xmlns:a16="http://schemas.microsoft.com/office/drawing/2014/main" id="{210AA912-07D4-732B-4E00-A567B3C89A92}"/>
                  </a:ext>
                </a:extLst>
              </p:cNvPr>
              <p:cNvSpPr/>
              <p:nvPr/>
            </p:nvSpPr>
            <p:spPr>
              <a:xfrm>
                <a:off x="6667900" y="2006364"/>
                <a:ext cx="103022" cy="211375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58" fill="none" extrusionOk="0">
                    <a:moveTo>
                      <a:pt x="132" y="0"/>
                    </a:moveTo>
                    <a:cubicBezTo>
                      <a:pt x="132" y="0"/>
                      <a:pt x="-77" y="265"/>
                      <a:pt x="30" y="340"/>
                    </a:cubicBezTo>
                    <a:cubicBezTo>
                      <a:pt x="116" y="396"/>
                      <a:pt x="165" y="310"/>
                      <a:pt x="175" y="28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488;p74">
                <a:extLst>
                  <a:ext uri="{FF2B5EF4-FFF2-40B4-BE49-F238E27FC236}">
                    <a16:creationId xmlns:a16="http://schemas.microsoft.com/office/drawing/2014/main" id="{C72CC534-A908-6747-611A-B89690C43D21}"/>
                  </a:ext>
                </a:extLst>
              </p:cNvPr>
              <p:cNvSpPr/>
              <p:nvPr/>
            </p:nvSpPr>
            <p:spPr>
              <a:xfrm>
                <a:off x="6585008" y="1955445"/>
                <a:ext cx="86444" cy="19420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29" fill="none" extrusionOk="0">
                    <a:moveTo>
                      <a:pt x="91" y="0"/>
                    </a:moveTo>
                    <a:cubicBezTo>
                      <a:pt x="91" y="0"/>
                      <a:pt x="-79" y="249"/>
                      <a:pt x="45" y="318"/>
                    </a:cubicBezTo>
                    <a:cubicBezTo>
                      <a:pt x="45" y="318"/>
                      <a:pt x="104" y="346"/>
                      <a:pt x="147" y="31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489;p74">
                <a:extLst>
                  <a:ext uri="{FF2B5EF4-FFF2-40B4-BE49-F238E27FC236}">
                    <a16:creationId xmlns:a16="http://schemas.microsoft.com/office/drawing/2014/main" id="{625E7F12-1A00-25E8-D346-37A36F8583B2}"/>
                  </a:ext>
                </a:extLst>
              </p:cNvPr>
              <p:cNvSpPr/>
              <p:nvPr/>
            </p:nvSpPr>
            <p:spPr>
              <a:xfrm>
                <a:off x="6460079" y="2009324"/>
                <a:ext cx="289528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70" extrusionOk="0">
                    <a:moveTo>
                      <a:pt x="0" y="216"/>
                    </a:moveTo>
                    <a:cubicBezTo>
                      <a:pt x="0" y="216"/>
                      <a:pt x="34" y="84"/>
                      <a:pt x="187" y="21"/>
                    </a:cubicBezTo>
                    <a:cubicBezTo>
                      <a:pt x="339" y="-41"/>
                      <a:pt x="376" y="42"/>
                      <a:pt x="457" y="133"/>
                    </a:cubicBezTo>
                    <a:cubicBezTo>
                      <a:pt x="538" y="225"/>
                      <a:pt x="452" y="287"/>
                      <a:pt x="388" y="279"/>
                    </a:cubicBezTo>
                    <a:cubicBezTo>
                      <a:pt x="324" y="272"/>
                      <a:pt x="256" y="185"/>
                      <a:pt x="248" y="165"/>
                    </a:cubicBezTo>
                    <a:cubicBezTo>
                      <a:pt x="248" y="165"/>
                      <a:pt x="373" y="315"/>
                      <a:pt x="264" y="470"/>
                    </a:cubicBez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2490;p74">
                <a:extLst>
                  <a:ext uri="{FF2B5EF4-FFF2-40B4-BE49-F238E27FC236}">
                    <a16:creationId xmlns:a16="http://schemas.microsoft.com/office/drawing/2014/main" id="{014EF217-ABD5-004A-7AC7-9589C2D6EEE5}"/>
                  </a:ext>
                </a:extLst>
              </p:cNvPr>
              <p:cNvSpPr/>
              <p:nvPr/>
            </p:nvSpPr>
            <p:spPr>
              <a:xfrm>
                <a:off x="6460079" y="2009324"/>
                <a:ext cx="289528" cy="27768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70" fill="none" extrusionOk="0">
                    <a:moveTo>
                      <a:pt x="0" y="216"/>
                    </a:moveTo>
                    <a:cubicBezTo>
                      <a:pt x="0" y="216"/>
                      <a:pt x="34" y="84"/>
                      <a:pt x="187" y="21"/>
                    </a:cubicBezTo>
                    <a:cubicBezTo>
                      <a:pt x="339" y="-41"/>
                      <a:pt x="376" y="42"/>
                      <a:pt x="457" y="133"/>
                    </a:cubicBezTo>
                    <a:cubicBezTo>
                      <a:pt x="538" y="225"/>
                      <a:pt x="452" y="287"/>
                      <a:pt x="388" y="279"/>
                    </a:cubicBezTo>
                    <a:cubicBezTo>
                      <a:pt x="324" y="272"/>
                      <a:pt x="256" y="185"/>
                      <a:pt x="248" y="165"/>
                    </a:cubicBezTo>
                    <a:cubicBezTo>
                      <a:pt x="248" y="165"/>
                      <a:pt x="373" y="315"/>
                      <a:pt x="264" y="47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2491;p74">
                <a:extLst>
                  <a:ext uri="{FF2B5EF4-FFF2-40B4-BE49-F238E27FC236}">
                    <a16:creationId xmlns:a16="http://schemas.microsoft.com/office/drawing/2014/main" id="{5D6DC9A5-4794-C9DB-3708-73DC0C3D7C53}"/>
                  </a:ext>
                </a:extLst>
              </p:cNvPr>
              <p:cNvSpPr/>
              <p:nvPr/>
            </p:nvSpPr>
            <p:spPr>
              <a:xfrm>
                <a:off x="6670860" y="2049586"/>
                <a:ext cx="74602" cy="74011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6" fill="none" extrusionOk="0">
                    <a:moveTo>
                      <a:pt x="47" y="0"/>
                    </a:moveTo>
                    <a:cubicBezTo>
                      <a:pt x="47" y="0"/>
                      <a:pt x="-28" y="59"/>
                      <a:pt x="10" y="103"/>
                    </a:cubicBezTo>
                    <a:cubicBezTo>
                      <a:pt x="47" y="148"/>
                      <a:pt x="101" y="115"/>
                      <a:pt x="127" y="10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2492;p74">
                <a:extLst>
                  <a:ext uri="{FF2B5EF4-FFF2-40B4-BE49-F238E27FC236}">
                    <a16:creationId xmlns:a16="http://schemas.microsoft.com/office/drawing/2014/main" id="{785E0C0E-2462-B5F6-059F-24A65F9E1BFB}"/>
                  </a:ext>
                </a:extLst>
              </p:cNvPr>
              <p:cNvSpPr/>
              <p:nvPr/>
            </p:nvSpPr>
            <p:spPr>
              <a:xfrm>
                <a:off x="5917731" y="2831137"/>
                <a:ext cx="154533" cy="294266"/>
              </a:xfrm>
              <a:custGeom>
                <a:avLst/>
                <a:gdLst/>
                <a:ahLst/>
                <a:cxnLst/>
                <a:rect l="l" t="t" r="r" b="b"/>
                <a:pathLst>
                  <a:path w="262" h="498" extrusionOk="0">
                    <a:moveTo>
                      <a:pt x="262" y="498"/>
                    </a:moveTo>
                    <a:cubicBezTo>
                      <a:pt x="262" y="498"/>
                      <a:pt x="107" y="412"/>
                      <a:pt x="0" y="205"/>
                    </a:cubicBezTo>
                    <a:lnTo>
                      <a:pt x="1" y="0"/>
                    </a:lnTo>
                    <a:lnTo>
                      <a:pt x="262" y="498"/>
                    </a:lnTo>
                    <a:close/>
                  </a:path>
                </a:pathLst>
              </a:custGeom>
              <a:solidFill>
                <a:srgbClr val="66000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" name="Google Shape;2493;p74">
                <a:extLst>
                  <a:ext uri="{FF2B5EF4-FFF2-40B4-BE49-F238E27FC236}">
                    <a16:creationId xmlns:a16="http://schemas.microsoft.com/office/drawing/2014/main" id="{D2F7B6A9-72C5-B88F-504F-A4A1B8278FCE}"/>
                  </a:ext>
                </a:extLst>
              </p:cNvPr>
              <p:cNvCxnSpPr/>
              <p:nvPr/>
            </p:nvCxnSpPr>
            <p:spPr>
              <a:xfrm>
                <a:off x="6169366" y="2563515"/>
                <a:ext cx="157800" cy="1506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4" name="Google Shape;2494;p74">
                <a:extLst>
                  <a:ext uri="{FF2B5EF4-FFF2-40B4-BE49-F238E27FC236}">
                    <a16:creationId xmlns:a16="http://schemas.microsoft.com/office/drawing/2014/main" id="{DB55949D-7C5B-1512-59E6-86CCB3BF6BED}"/>
                  </a:ext>
                </a:extLst>
              </p:cNvPr>
              <p:cNvSpPr/>
              <p:nvPr/>
            </p:nvSpPr>
            <p:spPr>
              <a:xfrm>
                <a:off x="4936059" y="2210633"/>
                <a:ext cx="1178836" cy="1071077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810" extrusionOk="0">
                    <a:moveTo>
                      <a:pt x="594" y="6"/>
                    </a:moveTo>
                    <a:cubicBezTo>
                      <a:pt x="594" y="6"/>
                      <a:pt x="312" y="-9"/>
                      <a:pt x="73" y="6"/>
                    </a:cubicBezTo>
                    <a:cubicBezTo>
                      <a:pt x="73" y="6"/>
                      <a:pt x="-149" y="596"/>
                      <a:pt x="184" y="1427"/>
                    </a:cubicBezTo>
                    <a:cubicBezTo>
                      <a:pt x="235" y="1553"/>
                      <a:pt x="274" y="1665"/>
                      <a:pt x="311" y="1765"/>
                    </a:cubicBezTo>
                    <a:cubicBezTo>
                      <a:pt x="311" y="1765"/>
                      <a:pt x="1021" y="1834"/>
                      <a:pt x="1745" y="1800"/>
                    </a:cubicBezTo>
                    <a:cubicBezTo>
                      <a:pt x="1745" y="1800"/>
                      <a:pt x="1735" y="1384"/>
                      <a:pt x="1654" y="952"/>
                    </a:cubicBezTo>
                    <a:cubicBezTo>
                      <a:pt x="1654" y="952"/>
                      <a:pt x="1829" y="671"/>
                      <a:pt x="1992" y="524"/>
                    </a:cubicBezTo>
                    <a:cubicBezTo>
                      <a:pt x="1818" y="331"/>
                      <a:pt x="1621" y="207"/>
                      <a:pt x="1412" y="122"/>
                    </a:cubicBezTo>
                    <a:cubicBezTo>
                      <a:pt x="1412" y="120"/>
                      <a:pt x="1115" y="6"/>
                      <a:pt x="594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2495;p74">
                <a:extLst>
                  <a:ext uri="{FF2B5EF4-FFF2-40B4-BE49-F238E27FC236}">
                    <a16:creationId xmlns:a16="http://schemas.microsoft.com/office/drawing/2014/main" id="{EF4C61CC-A0DA-FA98-B357-4FC3AB35CE8B}"/>
                  </a:ext>
                </a:extLst>
              </p:cNvPr>
              <p:cNvSpPr/>
              <p:nvPr/>
            </p:nvSpPr>
            <p:spPr>
              <a:xfrm>
                <a:off x="5857339" y="2321945"/>
                <a:ext cx="208413" cy="248083"/>
              </a:xfrm>
              <a:custGeom>
                <a:avLst/>
                <a:gdLst/>
                <a:ahLst/>
                <a:cxnLst/>
                <a:rect l="l" t="t" r="r" b="b"/>
                <a:pathLst>
                  <a:path w="353" h="420" fill="none" extrusionOk="0">
                    <a:moveTo>
                      <a:pt x="0" y="0"/>
                    </a:moveTo>
                    <a:cubicBezTo>
                      <a:pt x="79" y="146"/>
                      <a:pt x="193" y="295"/>
                      <a:pt x="353" y="420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2496;p74">
                <a:extLst>
                  <a:ext uri="{FF2B5EF4-FFF2-40B4-BE49-F238E27FC236}">
                    <a16:creationId xmlns:a16="http://schemas.microsoft.com/office/drawing/2014/main" id="{9FB6FFCB-7F39-D568-48DD-AE806BFEF3E1}"/>
                  </a:ext>
                </a:extLst>
              </p:cNvPr>
              <p:cNvSpPr/>
              <p:nvPr/>
            </p:nvSpPr>
            <p:spPr>
              <a:xfrm>
                <a:off x="5664912" y="2252079"/>
                <a:ext cx="299594" cy="447025"/>
              </a:xfrm>
              <a:custGeom>
                <a:avLst/>
                <a:gdLst/>
                <a:ahLst/>
                <a:cxnLst/>
                <a:rect l="l" t="t" r="r" b="b"/>
                <a:pathLst>
                  <a:path w="507" h="756" fill="none" extrusionOk="0">
                    <a:moveTo>
                      <a:pt x="0" y="0"/>
                    </a:moveTo>
                    <a:cubicBezTo>
                      <a:pt x="88" y="245"/>
                      <a:pt x="241" y="527"/>
                      <a:pt x="507" y="756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2497;p74">
                <a:extLst>
                  <a:ext uri="{FF2B5EF4-FFF2-40B4-BE49-F238E27FC236}">
                    <a16:creationId xmlns:a16="http://schemas.microsoft.com/office/drawing/2014/main" id="{5E9E40B3-8E35-279D-B734-0085961C3C9C}"/>
                  </a:ext>
                </a:extLst>
              </p:cNvPr>
              <p:cNvSpPr/>
              <p:nvPr/>
            </p:nvSpPr>
            <p:spPr>
              <a:xfrm>
                <a:off x="5483735" y="2224251"/>
                <a:ext cx="448797" cy="654254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106" fill="none" extrusionOk="0">
                    <a:moveTo>
                      <a:pt x="0" y="0"/>
                    </a:moveTo>
                    <a:cubicBezTo>
                      <a:pt x="106" y="365"/>
                      <a:pt x="321" y="805"/>
                      <a:pt x="759" y="1106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2498;p74">
                <a:extLst>
                  <a:ext uri="{FF2B5EF4-FFF2-40B4-BE49-F238E27FC236}">
                    <a16:creationId xmlns:a16="http://schemas.microsoft.com/office/drawing/2014/main" id="{B225D7AB-6E5D-9AE3-14A6-07374E076D2B}"/>
                  </a:ext>
                </a:extLst>
              </p:cNvPr>
              <p:cNvSpPr/>
              <p:nvPr/>
            </p:nvSpPr>
            <p:spPr>
              <a:xfrm>
                <a:off x="5281243" y="2214185"/>
                <a:ext cx="676750" cy="881611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490" fill="none" extrusionOk="0">
                    <a:moveTo>
                      <a:pt x="0" y="0"/>
                    </a:moveTo>
                    <a:cubicBezTo>
                      <a:pt x="101" y="435"/>
                      <a:pt x="380" y="1103"/>
                      <a:pt x="1144" y="1490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2499;p74">
                <a:extLst>
                  <a:ext uri="{FF2B5EF4-FFF2-40B4-BE49-F238E27FC236}">
                    <a16:creationId xmlns:a16="http://schemas.microsoft.com/office/drawing/2014/main" id="{452F665B-F902-3133-0585-0FB06724FBA5}"/>
                  </a:ext>
                </a:extLst>
              </p:cNvPr>
              <p:cNvSpPr/>
              <p:nvPr/>
            </p:nvSpPr>
            <p:spPr>
              <a:xfrm>
                <a:off x="5052699" y="2211225"/>
                <a:ext cx="813519" cy="1068118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805" fill="none" extrusionOk="0">
                    <a:moveTo>
                      <a:pt x="0" y="0"/>
                    </a:moveTo>
                    <a:cubicBezTo>
                      <a:pt x="101" y="473"/>
                      <a:pt x="415" y="1346"/>
                      <a:pt x="1375" y="1805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2500;p74">
                <a:extLst>
                  <a:ext uri="{FF2B5EF4-FFF2-40B4-BE49-F238E27FC236}">
                    <a16:creationId xmlns:a16="http://schemas.microsoft.com/office/drawing/2014/main" id="{CA60DED2-8282-26D9-85B5-553C734FBA1B}"/>
                  </a:ext>
                </a:extLst>
              </p:cNvPr>
              <p:cNvSpPr/>
              <p:nvPr/>
            </p:nvSpPr>
            <p:spPr>
              <a:xfrm>
                <a:off x="4937243" y="2476479"/>
                <a:ext cx="588528" cy="802274"/>
              </a:xfrm>
              <a:custGeom>
                <a:avLst/>
                <a:gdLst/>
                <a:ahLst/>
                <a:cxnLst/>
                <a:rect l="l" t="t" r="r" b="b"/>
                <a:pathLst>
                  <a:path w="995" h="1356" fill="none" extrusionOk="0">
                    <a:moveTo>
                      <a:pt x="0" y="0"/>
                    </a:moveTo>
                    <a:cubicBezTo>
                      <a:pt x="115" y="387"/>
                      <a:pt x="380" y="919"/>
                      <a:pt x="995" y="1356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2501;p74">
                <a:extLst>
                  <a:ext uri="{FF2B5EF4-FFF2-40B4-BE49-F238E27FC236}">
                    <a16:creationId xmlns:a16="http://schemas.microsoft.com/office/drawing/2014/main" id="{D7933EA0-5F87-3DF0-5658-6A15511AB83D}"/>
                  </a:ext>
                </a:extLst>
              </p:cNvPr>
              <p:cNvSpPr/>
              <p:nvPr/>
            </p:nvSpPr>
            <p:spPr>
              <a:xfrm>
                <a:off x="5022503" y="2995144"/>
                <a:ext cx="247490" cy="27176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60" fill="none" extrusionOk="0">
                    <a:moveTo>
                      <a:pt x="0" y="0"/>
                    </a:moveTo>
                    <a:cubicBezTo>
                      <a:pt x="109" y="153"/>
                      <a:pt x="246" y="309"/>
                      <a:pt x="419" y="460"/>
                    </a:cubicBezTo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2502;p74">
                <a:extLst>
                  <a:ext uri="{FF2B5EF4-FFF2-40B4-BE49-F238E27FC236}">
                    <a16:creationId xmlns:a16="http://schemas.microsoft.com/office/drawing/2014/main" id="{803CAFF0-5695-CE8F-AA90-27521DA4AD65}"/>
                  </a:ext>
                </a:extLst>
              </p:cNvPr>
              <p:cNvSpPr/>
              <p:nvPr/>
            </p:nvSpPr>
            <p:spPr>
              <a:xfrm>
                <a:off x="5879246" y="2468189"/>
                <a:ext cx="75787" cy="605701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024" fill="none" extrusionOk="0">
                    <a:moveTo>
                      <a:pt x="129" y="1024"/>
                    </a:moveTo>
                    <a:cubicBezTo>
                      <a:pt x="129" y="1024"/>
                      <a:pt x="37" y="250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2503;p74">
                <a:extLst>
                  <a:ext uri="{FF2B5EF4-FFF2-40B4-BE49-F238E27FC236}">
                    <a16:creationId xmlns:a16="http://schemas.microsoft.com/office/drawing/2014/main" id="{BE08E797-ADA6-FE06-F1BD-78BEB3E27922}"/>
                  </a:ext>
                </a:extLst>
              </p:cNvPr>
              <p:cNvSpPr/>
              <p:nvPr/>
            </p:nvSpPr>
            <p:spPr>
              <a:xfrm>
                <a:off x="5175852" y="2210633"/>
                <a:ext cx="595635" cy="278279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71" fill="none" extrusionOk="0">
                    <a:moveTo>
                      <a:pt x="0" y="0"/>
                    </a:moveTo>
                    <a:lnTo>
                      <a:pt x="216" y="408"/>
                    </a:lnTo>
                    <a:lnTo>
                      <a:pt x="442" y="291"/>
                    </a:lnTo>
                    <a:lnTo>
                      <a:pt x="641" y="471"/>
                    </a:lnTo>
                    <a:cubicBezTo>
                      <a:pt x="641" y="471"/>
                      <a:pt x="864" y="313"/>
                      <a:pt x="1007" y="12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2504;p74">
                <a:extLst>
                  <a:ext uri="{FF2B5EF4-FFF2-40B4-BE49-F238E27FC236}">
                    <a16:creationId xmlns:a16="http://schemas.microsoft.com/office/drawing/2014/main" id="{9CED1C18-D15C-AE94-6E23-7D5EC0E4A989}"/>
                  </a:ext>
                </a:extLst>
              </p:cNvPr>
              <p:cNvSpPr/>
              <p:nvPr/>
            </p:nvSpPr>
            <p:spPr>
              <a:xfrm>
                <a:off x="4936059" y="2546937"/>
                <a:ext cx="47959" cy="326831"/>
              </a:xfrm>
              <a:custGeom>
                <a:avLst/>
                <a:gdLst/>
                <a:ahLst/>
                <a:cxnLst/>
                <a:rect l="l" t="t" r="r" b="b"/>
                <a:pathLst>
                  <a:path w="82" h="553" fill="none" extrusionOk="0">
                    <a:moveTo>
                      <a:pt x="82" y="553"/>
                    </a:moveTo>
                    <a:cubicBezTo>
                      <a:pt x="82" y="553"/>
                      <a:pt x="-9" y="259"/>
                      <a:pt x="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2505;p74">
                <a:extLst>
                  <a:ext uri="{FF2B5EF4-FFF2-40B4-BE49-F238E27FC236}">
                    <a16:creationId xmlns:a16="http://schemas.microsoft.com/office/drawing/2014/main" id="{D51B31BF-499E-47D1-27CB-63829006718C}"/>
                  </a:ext>
                </a:extLst>
              </p:cNvPr>
              <p:cNvSpPr/>
              <p:nvPr/>
            </p:nvSpPr>
            <p:spPr>
              <a:xfrm>
                <a:off x="5404988" y="1098107"/>
                <a:ext cx="609253" cy="529323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895" extrusionOk="0">
                    <a:moveTo>
                      <a:pt x="462" y="881"/>
                    </a:moveTo>
                    <a:cubicBezTo>
                      <a:pt x="462" y="881"/>
                      <a:pt x="567" y="918"/>
                      <a:pt x="594" y="871"/>
                    </a:cubicBezTo>
                    <a:cubicBezTo>
                      <a:pt x="620" y="824"/>
                      <a:pt x="696" y="896"/>
                      <a:pt x="768" y="881"/>
                    </a:cubicBezTo>
                    <a:cubicBezTo>
                      <a:pt x="838" y="865"/>
                      <a:pt x="838" y="827"/>
                      <a:pt x="876" y="784"/>
                    </a:cubicBezTo>
                    <a:cubicBezTo>
                      <a:pt x="910" y="746"/>
                      <a:pt x="994" y="756"/>
                      <a:pt x="986" y="670"/>
                    </a:cubicBezTo>
                    <a:cubicBezTo>
                      <a:pt x="981" y="609"/>
                      <a:pt x="988" y="578"/>
                      <a:pt x="1012" y="537"/>
                    </a:cubicBezTo>
                    <a:cubicBezTo>
                      <a:pt x="1034" y="500"/>
                      <a:pt x="1042" y="446"/>
                      <a:pt x="999" y="415"/>
                    </a:cubicBezTo>
                    <a:cubicBezTo>
                      <a:pt x="951" y="380"/>
                      <a:pt x="974" y="344"/>
                      <a:pt x="981" y="317"/>
                    </a:cubicBezTo>
                    <a:cubicBezTo>
                      <a:pt x="989" y="291"/>
                      <a:pt x="974" y="215"/>
                      <a:pt x="905" y="223"/>
                    </a:cubicBezTo>
                    <a:cubicBezTo>
                      <a:pt x="838" y="232"/>
                      <a:pt x="828" y="166"/>
                      <a:pt x="833" y="143"/>
                    </a:cubicBezTo>
                    <a:cubicBezTo>
                      <a:pt x="838" y="116"/>
                      <a:pt x="793" y="77"/>
                      <a:pt x="699" y="85"/>
                    </a:cubicBezTo>
                    <a:cubicBezTo>
                      <a:pt x="602" y="93"/>
                      <a:pt x="585" y="-64"/>
                      <a:pt x="455" y="30"/>
                    </a:cubicBezTo>
                    <a:cubicBezTo>
                      <a:pt x="346" y="108"/>
                      <a:pt x="238" y="17"/>
                      <a:pt x="208" y="152"/>
                    </a:cubicBezTo>
                    <a:cubicBezTo>
                      <a:pt x="175" y="299"/>
                      <a:pt x="84" y="197"/>
                      <a:pt x="101" y="335"/>
                    </a:cubicBezTo>
                    <a:cubicBezTo>
                      <a:pt x="111" y="424"/>
                      <a:pt x="-66" y="428"/>
                      <a:pt x="28" y="532"/>
                    </a:cubicBezTo>
                    <a:cubicBezTo>
                      <a:pt x="127" y="635"/>
                      <a:pt x="315" y="833"/>
                      <a:pt x="462" y="8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2506;p74">
                <a:extLst>
                  <a:ext uri="{FF2B5EF4-FFF2-40B4-BE49-F238E27FC236}">
                    <a16:creationId xmlns:a16="http://schemas.microsoft.com/office/drawing/2014/main" id="{DAC5876A-D418-C175-BD97-68ADA6FCEFDC}"/>
                  </a:ext>
                </a:extLst>
              </p:cNvPr>
              <p:cNvSpPr/>
              <p:nvPr/>
            </p:nvSpPr>
            <p:spPr>
              <a:xfrm>
                <a:off x="4995267" y="1371650"/>
                <a:ext cx="746615" cy="942602"/>
              </a:xfrm>
              <a:custGeom>
                <a:avLst/>
                <a:gdLst/>
                <a:ahLst/>
                <a:cxnLst/>
                <a:rect l="l" t="t" r="r" b="b"/>
                <a:pathLst>
                  <a:path w="1262" h="1593" extrusionOk="0">
                    <a:moveTo>
                      <a:pt x="3" y="767"/>
                    </a:moveTo>
                    <a:cubicBezTo>
                      <a:pt x="-20" y="970"/>
                      <a:pt x="117" y="1163"/>
                      <a:pt x="392" y="1145"/>
                    </a:cubicBezTo>
                    <a:lnTo>
                      <a:pt x="420" y="1143"/>
                    </a:lnTo>
                    <a:lnTo>
                      <a:pt x="433" y="1430"/>
                    </a:lnTo>
                    <a:cubicBezTo>
                      <a:pt x="433" y="1430"/>
                      <a:pt x="463" y="1560"/>
                      <a:pt x="686" y="1586"/>
                    </a:cubicBezTo>
                    <a:cubicBezTo>
                      <a:pt x="999" y="1623"/>
                      <a:pt x="1089" y="1507"/>
                      <a:pt x="1089" y="1507"/>
                    </a:cubicBezTo>
                    <a:lnTo>
                      <a:pt x="1083" y="933"/>
                    </a:lnTo>
                    <a:cubicBezTo>
                      <a:pt x="1083" y="933"/>
                      <a:pt x="1211" y="1006"/>
                      <a:pt x="1254" y="808"/>
                    </a:cubicBezTo>
                    <a:cubicBezTo>
                      <a:pt x="1299" y="597"/>
                      <a:pt x="1139" y="607"/>
                      <a:pt x="1139" y="607"/>
                    </a:cubicBezTo>
                    <a:lnTo>
                      <a:pt x="1141" y="594"/>
                    </a:lnTo>
                    <a:cubicBezTo>
                      <a:pt x="1200" y="312"/>
                      <a:pt x="1038" y="116"/>
                      <a:pt x="806" y="43"/>
                    </a:cubicBezTo>
                    <a:lnTo>
                      <a:pt x="751" y="25"/>
                    </a:lnTo>
                    <a:cubicBezTo>
                      <a:pt x="750" y="30"/>
                      <a:pt x="123" y="-222"/>
                      <a:pt x="3" y="767"/>
                    </a:cubicBez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2507;p74">
                <a:extLst>
                  <a:ext uri="{FF2B5EF4-FFF2-40B4-BE49-F238E27FC236}">
                    <a16:creationId xmlns:a16="http://schemas.microsoft.com/office/drawing/2014/main" id="{6EB32798-8C88-EF24-8A83-D39F24FE37C6}"/>
                  </a:ext>
                </a:extLst>
              </p:cNvPr>
              <p:cNvSpPr/>
              <p:nvPr/>
            </p:nvSpPr>
            <p:spPr>
              <a:xfrm>
                <a:off x="5638268" y="1803279"/>
                <a:ext cx="20131" cy="598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02" fill="none" extrusionOk="0">
                    <a:moveTo>
                      <a:pt x="25" y="0"/>
                    </a:moveTo>
                    <a:cubicBezTo>
                      <a:pt x="25" y="0"/>
                      <a:pt x="-6" y="21"/>
                      <a:pt x="18" y="40"/>
                    </a:cubicBezTo>
                    <a:cubicBezTo>
                      <a:pt x="68" y="79"/>
                      <a:pt x="-11" y="79"/>
                      <a:pt x="2" y="102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2508;p74">
                <a:extLst>
                  <a:ext uri="{FF2B5EF4-FFF2-40B4-BE49-F238E27FC236}">
                    <a16:creationId xmlns:a16="http://schemas.microsoft.com/office/drawing/2014/main" id="{740F05B4-DCF3-EFCF-91F6-A08A6E893DBC}"/>
                  </a:ext>
                </a:extLst>
              </p:cNvPr>
              <p:cNvSpPr/>
              <p:nvPr/>
            </p:nvSpPr>
            <p:spPr>
              <a:xfrm>
                <a:off x="5656623" y="1764201"/>
                <a:ext cx="43814" cy="6513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11" fill="none" extrusionOk="0">
                    <a:moveTo>
                      <a:pt x="0" y="3"/>
                    </a:moveTo>
                    <a:cubicBezTo>
                      <a:pt x="0" y="3"/>
                      <a:pt x="109" y="-28"/>
                      <a:pt x="65" y="11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2509;p74">
                <a:extLst>
                  <a:ext uri="{FF2B5EF4-FFF2-40B4-BE49-F238E27FC236}">
                    <a16:creationId xmlns:a16="http://schemas.microsoft.com/office/drawing/2014/main" id="{24AAD98A-4EC6-32AA-B776-43DB5753A316}"/>
                  </a:ext>
                </a:extLst>
              </p:cNvPr>
              <p:cNvSpPr/>
              <p:nvPr/>
            </p:nvSpPr>
            <p:spPr>
              <a:xfrm>
                <a:off x="5275914" y="1597234"/>
                <a:ext cx="161047" cy="5388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92" extrusionOk="0">
                    <a:moveTo>
                      <a:pt x="50" y="3"/>
                    </a:moveTo>
                    <a:cubicBezTo>
                      <a:pt x="63" y="7"/>
                      <a:pt x="83" y="12"/>
                      <a:pt x="98" y="17"/>
                    </a:cubicBezTo>
                    <a:cubicBezTo>
                      <a:pt x="114" y="20"/>
                      <a:pt x="132" y="25"/>
                      <a:pt x="152" y="25"/>
                    </a:cubicBezTo>
                    <a:cubicBezTo>
                      <a:pt x="170" y="28"/>
                      <a:pt x="186" y="27"/>
                      <a:pt x="205" y="30"/>
                    </a:cubicBezTo>
                    <a:cubicBezTo>
                      <a:pt x="224" y="32"/>
                      <a:pt x="243" y="33"/>
                      <a:pt x="264" y="35"/>
                    </a:cubicBezTo>
                    <a:lnTo>
                      <a:pt x="264" y="35"/>
                    </a:lnTo>
                    <a:cubicBezTo>
                      <a:pt x="269" y="35"/>
                      <a:pt x="273" y="41"/>
                      <a:pt x="273" y="46"/>
                    </a:cubicBezTo>
                    <a:cubicBezTo>
                      <a:pt x="273" y="48"/>
                      <a:pt x="269" y="51"/>
                      <a:pt x="269" y="51"/>
                    </a:cubicBezTo>
                    <a:cubicBezTo>
                      <a:pt x="254" y="64"/>
                      <a:pt x="233" y="73"/>
                      <a:pt x="213" y="79"/>
                    </a:cubicBezTo>
                    <a:cubicBezTo>
                      <a:pt x="192" y="88"/>
                      <a:pt x="170" y="88"/>
                      <a:pt x="149" y="91"/>
                    </a:cubicBezTo>
                    <a:cubicBezTo>
                      <a:pt x="127" y="93"/>
                      <a:pt x="106" y="91"/>
                      <a:pt x="85" y="88"/>
                    </a:cubicBezTo>
                    <a:cubicBezTo>
                      <a:pt x="63" y="84"/>
                      <a:pt x="42" y="79"/>
                      <a:pt x="20" y="66"/>
                    </a:cubicBezTo>
                    <a:cubicBezTo>
                      <a:pt x="2" y="60"/>
                      <a:pt x="-4" y="38"/>
                      <a:pt x="4" y="20"/>
                    </a:cubicBezTo>
                    <a:cubicBezTo>
                      <a:pt x="12" y="3"/>
                      <a:pt x="29" y="-3"/>
                      <a:pt x="45" y="2"/>
                    </a:cubicBezTo>
                    <a:lnTo>
                      <a:pt x="50" y="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2510;p74">
                <a:extLst>
                  <a:ext uri="{FF2B5EF4-FFF2-40B4-BE49-F238E27FC236}">
                    <a16:creationId xmlns:a16="http://schemas.microsoft.com/office/drawing/2014/main" id="{3D06C24C-5514-EA64-7C01-1DDD66B578B3}"/>
                  </a:ext>
                </a:extLst>
              </p:cNvPr>
              <p:cNvSpPr/>
              <p:nvPr/>
            </p:nvSpPr>
            <p:spPr>
              <a:xfrm>
                <a:off x="5077567" y="1519079"/>
                <a:ext cx="88812" cy="72234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3" extrusionOk="0">
                    <a:moveTo>
                      <a:pt x="24" y="0"/>
                    </a:moveTo>
                    <a:cubicBezTo>
                      <a:pt x="29" y="3"/>
                      <a:pt x="34" y="6"/>
                      <a:pt x="39" y="9"/>
                    </a:cubicBezTo>
                    <a:cubicBezTo>
                      <a:pt x="50" y="13"/>
                      <a:pt x="57" y="22"/>
                      <a:pt x="68" y="27"/>
                    </a:cubicBezTo>
                    <a:cubicBezTo>
                      <a:pt x="78" y="32"/>
                      <a:pt x="90" y="37"/>
                      <a:pt x="98" y="42"/>
                    </a:cubicBezTo>
                    <a:cubicBezTo>
                      <a:pt x="108" y="48"/>
                      <a:pt x="119" y="53"/>
                      <a:pt x="128" y="55"/>
                    </a:cubicBezTo>
                    <a:lnTo>
                      <a:pt x="133" y="58"/>
                    </a:lnTo>
                    <a:cubicBezTo>
                      <a:pt x="149" y="66"/>
                      <a:pt x="157" y="89"/>
                      <a:pt x="146" y="104"/>
                    </a:cubicBezTo>
                    <a:cubicBezTo>
                      <a:pt x="144" y="117"/>
                      <a:pt x="128" y="126"/>
                      <a:pt x="111" y="122"/>
                    </a:cubicBezTo>
                    <a:cubicBezTo>
                      <a:pt x="93" y="121"/>
                      <a:pt x="78" y="112"/>
                      <a:pt x="65" y="107"/>
                    </a:cubicBezTo>
                    <a:cubicBezTo>
                      <a:pt x="52" y="99"/>
                      <a:pt x="40" y="90"/>
                      <a:pt x="29" y="79"/>
                    </a:cubicBezTo>
                    <a:cubicBezTo>
                      <a:pt x="18" y="69"/>
                      <a:pt x="7" y="55"/>
                      <a:pt x="0" y="42"/>
                    </a:cubicBezTo>
                    <a:cubicBezTo>
                      <a:pt x="8" y="26"/>
                      <a:pt x="17" y="12"/>
                      <a:pt x="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2511;p74">
                <a:extLst>
                  <a:ext uri="{FF2B5EF4-FFF2-40B4-BE49-F238E27FC236}">
                    <a16:creationId xmlns:a16="http://schemas.microsoft.com/office/drawing/2014/main" id="{AECD5698-D25B-62B3-79C0-5F35222FFF50}"/>
                  </a:ext>
                </a:extLst>
              </p:cNvPr>
              <p:cNvSpPr/>
              <p:nvPr/>
            </p:nvSpPr>
            <p:spPr>
              <a:xfrm>
                <a:off x="5018950" y="1600194"/>
                <a:ext cx="146244" cy="12789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217" extrusionOk="0">
                    <a:moveTo>
                      <a:pt x="223" y="172"/>
                    </a:moveTo>
                    <a:cubicBezTo>
                      <a:pt x="183" y="200"/>
                      <a:pt x="113" y="236"/>
                      <a:pt x="40" y="205"/>
                    </a:cubicBezTo>
                    <a:cubicBezTo>
                      <a:pt x="25" y="199"/>
                      <a:pt x="12" y="191"/>
                      <a:pt x="0" y="183"/>
                    </a:cubicBezTo>
                    <a:cubicBezTo>
                      <a:pt x="17" y="103"/>
                      <a:pt x="38" y="41"/>
                      <a:pt x="54" y="0"/>
                    </a:cubicBezTo>
                    <a:cubicBezTo>
                      <a:pt x="162" y="1"/>
                      <a:pt x="227" y="94"/>
                      <a:pt x="248" y="130"/>
                    </a:cubicBezTo>
                    <a:cubicBezTo>
                      <a:pt x="240" y="146"/>
                      <a:pt x="231" y="160"/>
                      <a:pt x="223" y="1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33100" rIns="90000" bIns="33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2512;p74">
                <a:extLst>
                  <a:ext uri="{FF2B5EF4-FFF2-40B4-BE49-F238E27FC236}">
                    <a16:creationId xmlns:a16="http://schemas.microsoft.com/office/drawing/2014/main" id="{97B27165-B0BF-0918-8565-0E15AD1F22D6}"/>
                  </a:ext>
                </a:extLst>
              </p:cNvPr>
              <p:cNvSpPr/>
              <p:nvPr/>
            </p:nvSpPr>
            <p:spPr>
              <a:xfrm>
                <a:off x="5018950" y="1617957"/>
                <a:ext cx="98286" cy="110128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87" extrusionOk="0">
                    <a:moveTo>
                      <a:pt x="41" y="175"/>
                    </a:moveTo>
                    <a:cubicBezTo>
                      <a:pt x="26" y="169"/>
                      <a:pt x="12" y="162"/>
                      <a:pt x="0" y="153"/>
                    </a:cubicBezTo>
                    <a:cubicBezTo>
                      <a:pt x="13" y="92"/>
                      <a:pt x="29" y="41"/>
                      <a:pt x="42" y="2"/>
                    </a:cubicBezTo>
                    <a:cubicBezTo>
                      <a:pt x="61" y="-2"/>
                      <a:pt x="81" y="-1"/>
                      <a:pt x="100" y="6"/>
                    </a:cubicBezTo>
                    <a:cubicBezTo>
                      <a:pt x="154" y="25"/>
                      <a:pt x="181" y="86"/>
                      <a:pt x="159" y="143"/>
                    </a:cubicBezTo>
                    <a:cubicBezTo>
                      <a:pt x="153" y="159"/>
                      <a:pt x="145" y="172"/>
                      <a:pt x="134" y="184"/>
                    </a:cubicBezTo>
                    <a:cubicBezTo>
                      <a:pt x="105" y="190"/>
                      <a:pt x="73" y="189"/>
                      <a:pt x="41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2300" rIns="90000" bIns="223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2513;p74">
                <a:extLst>
                  <a:ext uri="{FF2B5EF4-FFF2-40B4-BE49-F238E27FC236}">
                    <a16:creationId xmlns:a16="http://schemas.microsoft.com/office/drawing/2014/main" id="{F91D577D-4526-774B-DB0D-9FB8ACF35187}"/>
                  </a:ext>
                </a:extLst>
              </p:cNvPr>
              <p:cNvSpPr/>
              <p:nvPr/>
            </p:nvSpPr>
            <p:spPr>
              <a:xfrm>
                <a:off x="5053291" y="1594865"/>
                <a:ext cx="112496" cy="80523"/>
              </a:xfrm>
              <a:custGeom>
                <a:avLst/>
                <a:gdLst/>
                <a:ahLst/>
                <a:cxnLst/>
                <a:rect l="l" t="t" r="r" b="b"/>
                <a:pathLst>
                  <a:path w="191" h="137" fill="none" extrusionOk="0">
                    <a:moveTo>
                      <a:pt x="0" y="0"/>
                    </a:moveTo>
                    <a:cubicBezTo>
                      <a:pt x="62" y="-1"/>
                      <a:pt x="133" y="29"/>
                      <a:pt x="191" y="137"/>
                    </a:cubicBezTo>
                  </a:path>
                </a:pathLst>
              </a:custGeom>
              <a:noFill/>
              <a:ln w="108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5400" tIns="0" rIns="954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2514;p74">
                <a:extLst>
                  <a:ext uri="{FF2B5EF4-FFF2-40B4-BE49-F238E27FC236}">
                    <a16:creationId xmlns:a16="http://schemas.microsoft.com/office/drawing/2014/main" id="{A0BC1060-32D5-44AF-280A-4F201599B32D}"/>
                  </a:ext>
                </a:extLst>
              </p:cNvPr>
              <p:cNvSpPr/>
              <p:nvPr/>
            </p:nvSpPr>
            <p:spPr>
              <a:xfrm>
                <a:off x="5227363" y="1687230"/>
                <a:ext cx="204269" cy="126706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15" extrusionOk="0">
                    <a:moveTo>
                      <a:pt x="346" y="145"/>
                    </a:moveTo>
                    <a:cubicBezTo>
                      <a:pt x="346" y="145"/>
                      <a:pt x="231" y="-101"/>
                      <a:pt x="0" y="48"/>
                    </a:cubicBezTo>
                    <a:cubicBezTo>
                      <a:pt x="0" y="48"/>
                      <a:pt x="21" y="160"/>
                      <a:pt x="132" y="204"/>
                    </a:cubicBezTo>
                    <a:cubicBezTo>
                      <a:pt x="244" y="249"/>
                      <a:pt x="346" y="145"/>
                      <a:pt x="346" y="1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2515;p74">
                <a:extLst>
                  <a:ext uri="{FF2B5EF4-FFF2-40B4-BE49-F238E27FC236}">
                    <a16:creationId xmlns:a16="http://schemas.microsoft.com/office/drawing/2014/main" id="{7190C4A0-F2C2-7037-32F1-F9961B9B4251}"/>
                  </a:ext>
                </a:extLst>
              </p:cNvPr>
              <p:cNvSpPr/>
              <p:nvPr/>
            </p:nvSpPr>
            <p:spPr>
              <a:xfrm>
                <a:off x="5236245" y="1693743"/>
                <a:ext cx="131442" cy="120193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04" extrusionOk="0">
                    <a:moveTo>
                      <a:pt x="117" y="194"/>
                    </a:moveTo>
                    <a:cubicBezTo>
                      <a:pt x="50" y="167"/>
                      <a:pt x="16" y="115"/>
                      <a:pt x="0" y="78"/>
                    </a:cubicBezTo>
                    <a:cubicBezTo>
                      <a:pt x="0" y="77"/>
                      <a:pt x="1" y="75"/>
                      <a:pt x="2" y="73"/>
                    </a:cubicBezTo>
                    <a:cubicBezTo>
                      <a:pt x="23" y="15"/>
                      <a:pt x="87" y="-16"/>
                      <a:pt x="150" y="9"/>
                    </a:cubicBezTo>
                    <a:cubicBezTo>
                      <a:pt x="208" y="28"/>
                      <a:pt x="237" y="94"/>
                      <a:pt x="216" y="152"/>
                    </a:cubicBezTo>
                    <a:cubicBezTo>
                      <a:pt x="208" y="174"/>
                      <a:pt x="192" y="192"/>
                      <a:pt x="174" y="204"/>
                    </a:cubicBezTo>
                    <a:cubicBezTo>
                      <a:pt x="155" y="204"/>
                      <a:pt x="136" y="201"/>
                      <a:pt x="117" y="1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2516;p74">
                <a:extLst>
                  <a:ext uri="{FF2B5EF4-FFF2-40B4-BE49-F238E27FC236}">
                    <a16:creationId xmlns:a16="http://schemas.microsoft.com/office/drawing/2014/main" id="{6145FF0B-1257-C34A-E5B0-1954E8BFC350}"/>
                  </a:ext>
                </a:extLst>
              </p:cNvPr>
              <p:cNvSpPr/>
              <p:nvPr/>
            </p:nvSpPr>
            <p:spPr>
              <a:xfrm>
                <a:off x="5223811" y="1668284"/>
                <a:ext cx="242754" cy="111904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1" y="70"/>
                    </a:moveTo>
                    <a:cubicBezTo>
                      <a:pt x="130" y="-52"/>
                      <a:pt x="295" y="-6"/>
                      <a:pt x="361" y="144"/>
                    </a:cubicBezTo>
                    <a:cubicBezTo>
                      <a:pt x="370" y="134"/>
                      <a:pt x="382" y="126"/>
                      <a:pt x="395" y="116"/>
                    </a:cubicBezTo>
                    <a:cubicBezTo>
                      <a:pt x="400" y="114"/>
                      <a:pt x="407" y="114"/>
                      <a:pt x="408" y="119"/>
                    </a:cubicBezTo>
                    <a:cubicBezTo>
                      <a:pt x="412" y="121"/>
                      <a:pt x="412" y="127"/>
                      <a:pt x="408" y="129"/>
                    </a:cubicBezTo>
                    <a:cubicBezTo>
                      <a:pt x="395" y="147"/>
                      <a:pt x="382" y="165"/>
                      <a:pt x="365" y="184"/>
                    </a:cubicBezTo>
                    <a:cubicBezTo>
                      <a:pt x="357" y="195"/>
                      <a:pt x="342" y="190"/>
                      <a:pt x="336" y="179"/>
                    </a:cubicBezTo>
                    <a:cubicBezTo>
                      <a:pt x="257" y="40"/>
                      <a:pt x="163" y="4"/>
                      <a:pt x="11" y="83"/>
                    </a:cubicBezTo>
                    <a:cubicBezTo>
                      <a:pt x="6" y="88"/>
                      <a:pt x="-4" y="75"/>
                      <a:pt x="1" y="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3400" rIns="90000" bIns="234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2517;p74">
                <a:extLst>
                  <a:ext uri="{FF2B5EF4-FFF2-40B4-BE49-F238E27FC236}">
                    <a16:creationId xmlns:a16="http://schemas.microsoft.com/office/drawing/2014/main" id="{8239A93A-B347-2BED-B422-102CBCFCE9F0}"/>
                  </a:ext>
                </a:extLst>
              </p:cNvPr>
              <p:cNvSpPr/>
              <p:nvPr/>
            </p:nvSpPr>
            <p:spPr>
              <a:xfrm>
                <a:off x="5097105" y="1658810"/>
                <a:ext cx="75787" cy="119602"/>
              </a:xfrm>
              <a:custGeom>
                <a:avLst/>
                <a:gdLst/>
                <a:ahLst/>
                <a:cxnLst/>
                <a:rect l="l" t="t" r="r" b="b"/>
                <a:pathLst>
                  <a:path w="129" h="203" fill="none" extrusionOk="0">
                    <a:moveTo>
                      <a:pt x="129" y="0"/>
                    </a:moveTo>
                    <a:cubicBezTo>
                      <a:pt x="82" y="99"/>
                      <a:pt x="27" y="119"/>
                      <a:pt x="27" y="119"/>
                    </a:cubicBezTo>
                    <a:cubicBezTo>
                      <a:pt x="27" y="119"/>
                      <a:pt x="-4" y="132"/>
                      <a:pt x="1" y="162"/>
                    </a:cubicBezTo>
                    <a:cubicBezTo>
                      <a:pt x="2" y="190"/>
                      <a:pt x="24" y="181"/>
                      <a:pt x="40" y="20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27000" rIns="91075" bIns="27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2518;p74">
                <a:extLst>
                  <a:ext uri="{FF2B5EF4-FFF2-40B4-BE49-F238E27FC236}">
                    <a16:creationId xmlns:a16="http://schemas.microsoft.com/office/drawing/2014/main" id="{58CAAB44-BF83-3E8E-8A86-F1D3267CDD89}"/>
                  </a:ext>
                </a:extLst>
              </p:cNvPr>
              <p:cNvSpPr/>
              <p:nvPr/>
            </p:nvSpPr>
            <p:spPr>
              <a:xfrm>
                <a:off x="5158090" y="1777227"/>
                <a:ext cx="11842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21" h="13" fill="none" extrusionOk="0">
                    <a:moveTo>
                      <a:pt x="0" y="0"/>
                    </a:moveTo>
                    <a:cubicBezTo>
                      <a:pt x="0" y="0"/>
                      <a:pt x="5" y="0"/>
                      <a:pt x="10" y="3"/>
                    </a:cubicBezTo>
                    <a:cubicBezTo>
                      <a:pt x="15" y="6"/>
                      <a:pt x="21" y="13"/>
                      <a:pt x="21" y="1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2519;p74">
                <a:extLst>
                  <a:ext uri="{FF2B5EF4-FFF2-40B4-BE49-F238E27FC236}">
                    <a16:creationId xmlns:a16="http://schemas.microsoft.com/office/drawing/2014/main" id="{557A1799-A49B-35AC-EFA3-1D72E3EC253F}"/>
                  </a:ext>
                </a:extLst>
              </p:cNvPr>
              <p:cNvSpPr/>
              <p:nvPr/>
            </p:nvSpPr>
            <p:spPr>
              <a:xfrm>
                <a:off x="5189470" y="1754728"/>
                <a:ext cx="12434" cy="39078"/>
              </a:xfrm>
              <a:custGeom>
                <a:avLst/>
                <a:gdLst/>
                <a:ahLst/>
                <a:cxnLst/>
                <a:rect l="l" t="t" r="r" b="b"/>
                <a:pathLst>
                  <a:path w="22" h="67" fill="none" extrusionOk="0">
                    <a:moveTo>
                      <a:pt x="11" y="0"/>
                    </a:moveTo>
                    <a:cubicBezTo>
                      <a:pt x="11" y="0"/>
                      <a:pt x="41" y="33"/>
                      <a:pt x="0" y="67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2520;p74">
                <a:extLst>
                  <a:ext uri="{FF2B5EF4-FFF2-40B4-BE49-F238E27FC236}">
                    <a16:creationId xmlns:a16="http://schemas.microsoft.com/office/drawing/2014/main" id="{0174052B-D942-42AE-7657-70B5FB29C3F6}"/>
                  </a:ext>
                </a:extLst>
              </p:cNvPr>
              <p:cNvSpPr/>
              <p:nvPr/>
            </p:nvSpPr>
            <p:spPr>
              <a:xfrm>
                <a:off x="5113091" y="1302376"/>
                <a:ext cx="654843" cy="458864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776" extrusionOk="0">
                    <a:moveTo>
                      <a:pt x="940" y="727"/>
                    </a:moveTo>
                    <a:cubicBezTo>
                      <a:pt x="940" y="727"/>
                      <a:pt x="897" y="806"/>
                      <a:pt x="833" y="764"/>
                    </a:cubicBezTo>
                    <a:cubicBezTo>
                      <a:pt x="768" y="722"/>
                      <a:pt x="812" y="614"/>
                      <a:pt x="768" y="599"/>
                    </a:cubicBezTo>
                    <a:cubicBezTo>
                      <a:pt x="725" y="583"/>
                      <a:pt x="653" y="526"/>
                      <a:pt x="663" y="447"/>
                    </a:cubicBezTo>
                    <a:cubicBezTo>
                      <a:pt x="674" y="366"/>
                      <a:pt x="607" y="302"/>
                      <a:pt x="564" y="295"/>
                    </a:cubicBezTo>
                    <a:cubicBezTo>
                      <a:pt x="518" y="290"/>
                      <a:pt x="401" y="295"/>
                      <a:pt x="368" y="228"/>
                    </a:cubicBezTo>
                    <a:cubicBezTo>
                      <a:pt x="335" y="160"/>
                      <a:pt x="271" y="174"/>
                      <a:pt x="228" y="208"/>
                    </a:cubicBezTo>
                    <a:cubicBezTo>
                      <a:pt x="185" y="242"/>
                      <a:pt x="94" y="267"/>
                      <a:pt x="46" y="254"/>
                    </a:cubicBezTo>
                    <a:cubicBezTo>
                      <a:pt x="46" y="254"/>
                      <a:pt x="12" y="294"/>
                      <a:pt x="0" y="307"/>
                    </a:cubicBezTo>
                    <a:cubicBezTo>
                      <a:pt x="0" y="307"/>
                      <a:pt x="32" y="113"/>
                      <a:pt x="274" y="35"/>
                    </a:cubicBezTo>
                    <a:cubicBezTo>
                      <a:pt x="515" y="-43"/>
                      <a:pt x="833" y="9"/>
                      <a:pt x="993" y="188"/>
                    </a:cubicBezTo>
                    <a:cubicBezTo>
                      <a:pt x="1106" y="314"/>
                      <a:pt x="1172" y="594"/>
                      <a:pt x="1009" y="742"/>
                    </a:cubicBezTo>
                    <a:cubicBezTo>
                      <a:pt x="1009" y="747"/>
                      <a:pt x="979" y="724"/>
                      <a:pt x="940" y="7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2521;p74">
                <a:extLst>
                  <a:ext uri="{FF2B5EF4-FFF2-40B4-BE49-F238E27FC236}">
                    <a16:creationId xmlns:a16="http://schemas.microsoft.com/office/drawing/2014/main" id="{EB7E43D9-B89D-C3BB-F5D7-49EBB166490E}"/>
                  </a:ext>
                </a:extLst>
              </p:cNvPr>
              <p:cNvSpPr/>
              <p:nvPr/>
            </p:nvSpPr>
            <p:spPr>
              <a:xfrm>
                <a:off x="5243942" y="2027679"/>
                <a:ext cx="132034" cy="92365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57" extrusionOk="0">
                    <a:moveTo>
                      <a:pt x="0" y="35"/>
                    </a:moveTo>
                    <a:lnTo>
                      <a:pt x="224" y="0"/>
                    </a:lnTo>
                    <a:cubicBezTo>
                      <a:pt x="224" y="0"/>
                      <a:pt x="92" y="121"/>
                      <a:pt x="7" y="157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660000"/>
              </a:solidFill>
              <a:ln>
                <a:noFill/>
              </a:ln>
            </p:spPr>
            <p:txBody>
              <a:bodyPr spcFirstLastPara="1" wrap="square" lIns="90000" tIns="11500" rIns="90000" bIns="115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2522;p74">
                <a:extLst>
                  <a:ext uri="{FF2B5EF4-FFF2-40B4-BE49-F238E27FC236}">
                    <a16:creationId xmlns:a16="http://schemas.microsoft.com/office/drawing/2014/main" id="{DEFEFE89-1030-6B82-B49B-6EE79CD1AEDE}"/>
                  </a:ext>
                </a:extLst>
              </p:cNvPr>
              <p:cNvSpPr/>
              <p:nvPr/>
            </p:nvSpPr>
            <p:spPr>
              <a:xfrm>
                <a:off x="4995267" y="1825778"/>
                <a:ext cx="127297" cy="21019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6" fill="none" extrusionOk="0">
                    <a:moveTo>
                      <a:pt x="3" y="0"/>
                    </a:moveTo>
                    <a:cubicBezTo>
                      <a:pt x="3" y="0"/>
                      <a:pt x="-40" y="260"/>
                      <a:pt x="216" y="35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2523;p74">
                <a:extLst>
                  <a:ext uri="{FF2B5EF4-FFF2-40B4-BE49-F238E27FC236}">
                    <a16:creationId xmlns:a16="http://schemas.microsoft.com/office/drawing/2014/main" id="{45588018-D58F-6A8B-0EE0-8C540AF6C367}"/>
                  </a:ext>
                </a:extLst>
              </p:cNvPr>
              <p:cNvSpPr/>
              <p:nvPr/>
            </p:nvSpPr>
            <p:spPr>
              <a:xfrm>
                <a:off x="5543535" y="1276916"/>
                <a:ext cx="269990" cy="247491"/>
              </a:xfrm>
              <a:custGeom>
                <a:avLst/>
                <a:gdLst/>
                <a:ahLst/>
                <a:cxnLst/>
                <a:rect l="l" t="t" r="r" b="b"/>
                <a:pathLst>
                  <a:path w="457" h="419" extrusionOk="0">
                    <a:moveTo>
                      <a:pt x="0" y="78"/>
                    </a:moveTo>
                    <a:cubicBezTo>
                      <a:pt x="0" y="78"/>
                      <a:pt x="285" y="109"/>
                      <a:pt x="363" y="419"/>
                    </a:cubicBezTo>
                    <a:cubicBezTo>
                      <a:pt x="363" y="419"/>
                      <a:pt x="452" y="427"/>
                      <a:pt x="457" y="315"/>
                    </a:cubicBezTo>
                    <a:cubicBezTo>
                      <a:pt x="462" y="203"/>
                      <a:pt x="322" y="50"/>
                      <a:pt x="228" y="25"/>
                    </a:cubicBezTo>
                    <a:cubicBezTo>
                      <a:pt x="135" y="0"/>
                      <a:pt x="38" y="-34"/>
                      <a:pt x="0" y="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2524;p74">
                <a:extLst>
                  <a:ext uri="{FF2B5EF4-FFF2-40B4-BE49-F238E27FC236}">
                    <a16:creationId xmlns:a16="http://schemas.microsoft.com/office/drawing/2014/main" id="{576A41A3-7475-E71A-F7FA-426B25C63B3F}"/>
                  </a:ext>
                </a:extLst>
              </p:cNvPr>
              <p:cNvSpPr/>
              <p:nvPr/>
            </p:nvSpPr>
            <p:spPr>
              <a:xfrm>
                <a:off x="5507418" y="1538025"/>
                <a:ext cx="76971" cy="34577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585" extrusionOk="0">
                    <a:moveTo>
                      <a:pt x="124" y="49"/>
                    </a:moveTo>
                    <a:cubicBezTo>
                      <a:pt x="91" y="102"/>
                      <a:pt x="45" y="173"/>
                      <a:pt x="58" y="232"/>
                    </a:cubicBezTo>
                    <a:cubicBezTo>
                      <a:pt x="91" y="285"/>
                      <a:pt x="134" y="366"/>
                      <a:pt x="81" y="423"/>
                    </a:cubicBezTo>
                    <a:cubicBezTo>
                      <a:pt x="69" y="433"/>
                      <a:pt x="61" y="438"/>
                      <a:pt x="53" y="448"/>
                    </a:cubicBezTo>
                    <a:cubicBezTo>
                      <a:pt x="35" y="474"/>
                      <a:pt x="23" y="514"/>
                      <a:pt x="30" y="549"/>
                    </a:cubicBezTo>
                    <a:cubicBezTo>
                      <a:pt x="32" y="559"/>
                      <a:pt x="36" y="568"/>
                      <a:pt x="48" y="572"/>
                    </a:cubicBezTo>
                    <a:cubicBezTo>
                      <a:pt x="51" y="572"/>
                      <a:pt x="53" y="577"/>
                      <a:pt x="51" y="580"/>
                    </a:cubicBezTo>
                    <a:cubicBezTo>
                      <a:pt x="51" y="582"/>
                      <a:pt x="48" y="585"/>
                      <a:pt x="43" y="585"/>
                    </a:cubicBezTo>
                    <a:cubicBezTo>
                      <a:pt x="27" y="582"/>
                      <a:pt x="15" y="567"/>
                      <a:pt x="13" y="554"/>
                    </a:cubicBezTo>
                    <a:cubicBezTo>
                      <a:pt x="0" y="514"/>
                      <a:pt x="8" y="473"/>
                      <a:pt x="30" y="435"/>
                    </a:cubicBezTo>
                    <a:cubicBezTo>
                      <a:pt x="43" y="412"/>
                      <a:pt x="65" y="402"/>
                      <a:pt x="66" y="379"/>
                    </a:cubicBezTo>
                    <a:cubicBezTo>
                      <a:pt x="74" y="331"/>
                      <a:pt x="40" y="295"/>
                      <a:pt x="13" y="255"/>
                    </a:cubicBezTo>
                    <a:cubicBezTo>
                      <a:pt x="-3" y="224"/>
                      <a:pt x="0" y="193"/>
                      <a:pt x="2" y="166"/>
                    </a:cubicBezTo>
                    <a:cubicBezTo>
                      <a:pt x="13" y="112"/>
                      <a:pt x="32" y="66"/>
                      <a:pt x="58" y="18"/>
                    </a:cubicBezTo>
                    <a:cubicBezTo>
                      <a:pt x="66" y="3"/>
                      <a:pt x="88" y="-5"/>
                      <a:pt x="107" y="3"/>
                    </a:cubicBezTo>
                    <a:cubicBezTo>
                      <a:pt x="130" y="8"/>
                      <a:pt x="137" y="31"/>
                      <a:pt x="124" y="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2525;p74">
                <a:extLst>
                  <a:ext uri="{FF2B5EF4-FFF2-40B4-BE49-F238E27FC236}">
                    <a16:creationId xmlns:a16="http://schemas.microsoft.com/office/drawing/2014/main" id="{B27DE8E3-0985-A6A0-B999-D1B4F7D7F4AA}"/>
                  </a:ext>
                </a:extLst>
              </p:cNvPr>
              <p:cNvSpPr/>
              <p:nvPr/>
            </p:nvSpPr>
            <p:spPr>
              <a:xfrm>
                <a:off x="5632348" y="1892092"/>
                <a:ext cx="107759" cy="16756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84" fill="none" extrusionOk="0">
                    <a:moveTo>
                      <a:pt x="135" y="33"/>
                    </a:moveTo>
                    <a:cubicBezTo>
                      <a:pt x="165" y="81"/>
                      <a:pt x="183" y="162"/>
                      <a:pt x="183" y="195"/>
                    </a:cubicBezTo>
                    <a:cubicBezTo>
                      <a:pt x="183" y="244"/>
                      <a:pt x="183" y="284"/>
                      <a:pt x="93" y="284"/>
                    </a:cubicBezTo>
                    <a:cubicBezTo>
                      <a:pt x="-1" y="284"/>
                      <a:pt x="0" y="244"/>
                      <a:pt x="0" y="195"/>
                    </a:cubicBezTo>
                    <a:cubicBezTo>
                      <a:pt x="0" y="145"/>
                      <a:pt x="41" y="0"/>
                      <a:pt x="93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00" tIns="46800" rIns="91800" bIns="468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2526;p74">
                <a:extLst>
                  <a:ext uri="{FF2B5EF4-FFF2-40B4-BE49-F238E27FC236}">
                    <a16:creationId xmlns:a16="http://schemas.microsoft.com/office/drawing/2014/main" id="{2E7C2063-FFA8-5847-73BD-889820C21C8A}"/>
                  </a:ext>
                </a:extLst>
              </p:cNvPr>
              <p:cNvSpPr/>
              <p:nvPr/>
            </p:nvSpPr>
            <p:spPr>
              <a:xfrm>
                <a:off x="5063949" y="1851238"/>
                <a:ext cx="211374" cy="110128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87" extrusionOk="0">
                    <a:moveTo>
                      <a:pt x="1" y="0"/>
                    </a:moveTo>
                    <a:cubicBezTo>
                      <a:pt x="1" y="0"/>
                      <a:pt x="142" y="25"/>
                      <a:pt x="357" y="26"/>
                    </a:cubicBezTo>
                    <a:cubicBezTo>
                      <a:pt x="357" y="26"/>
                      <a:pt x="383" y="201"/>
                      <a:pt x="167" y="186"/>
                    </a:cubicBezTo>
                    <a:cubicBezTo>
                      <a:pt x="-24" y="17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2300" rIns="90000" bIns="223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2527;p74">
                <a:extLst>
                  <a:ext uri="{FF2B5EF4-FFF2-40B4-BE49-F238E27FC236}">
                    <a16:creationId xmlns:a16="http://schemas.microsoft.com/office/drawing/2014/main" id="{CCE9D654-27C1-FF12-DC86-C3452BC95D33}"/>
                  </a:ext>
                </a:extLst>
              </p:cNvPr>
              <p:cNvSpPr/>
              <p:nvPr/>
            </p:nvSpPr>
            <p:spPr>
              <a:xfrm>
                <a:off x="5064541" y="1851238"/>
                <a:ext cx="210190" cy="33749"/>
              </a:xfrm>
              <a:custGeom>
                <a:avLst/>
                <a:gdLst/>
                <a:ahLst/>
                <a:cxnLst/>
                <a:rect l="l" t="t" r="r" b="b"/>
                <a:pathLst>
                  <a:path w="356" h="58" extrusionOk="0">
                    <a:moveTo>
                      <a:pt x="0" y="0"/>
                    </a:moveTo>
                    <a:cubicBezTo>
                      <a:pt x="0" y="0"/>
                      <a:pt x="171" y="110"/>
                      <a:pt x="356" y="2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2528;p74">
                <a:extLst>
                  <a:ext uri="{FF2B5EF4-FFF2-40B4-BE49-F238E27FC236}">
                    <a16:creationId xmlns:a16="http://schemas.microsoft.com/office/drawing/2014/main" id="{3D8BA70C-EC54-4783-D058-53C66F4D18F2}"/>
                  </a:ext>
                </a:extLst>
              </p:cNvPr>
              <p:cNvSpPr/>
              <p:nvPr/>
            </p:nvSpPr>
            <p:spPr>
              <a:xfrm>
                <a:off x="5090592" y="1924064"/>
                <a:ext cx="153941" cy="38485"/>
              </a:xfrm>
              <a:custGeom>
                <a:avLst/>
                <a:gdLst/>
                <a:ahLst/>
                <a:cxnLst/>
                <a:rect l="l" t="t" r="r" b="b"/>
                <a:pathLst>
                  <a:path w="261" h="66" extrusionOk="0">
                    <a:moveTo>
                      <a:pt x="261" y="33"/>
                    </a:moveTo>
                    <a:cubicBezTo>
                      <a:pt x="261" y="33"/>
                      <a:pt x="215" y="5"/>
                      <a:pt x="144" y="0"/>
                    </a:cubicBezTo>
                    <a:cubicBezTo>
                      <a:pt x="71" y="-4"/>
                      <a:pt x="0" y="14"/>
                      <a:pt x="0" y="14"/>
                    </a:cubicBezTo>
                    <a:cubicBezTo>
                      <a:pt x="0" y="14"/>
                      <a:pt x="38" y="58"/>
                      <a:pt x="135" y="65"/>
                    </a:cubicBezTo>
                    <a:cubicBezTo>
                      <a:pt x="213" y="73"/>
                      <a:pt x="261" y="33"/>
                      <a:pt x="261" y="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" name="Google Shape;2529;p74">
              <a:extLst>
                <a:ext uri="{FF2B5EF4-FFF2-40B4-BE49-F238E27FC236}">
                  <a16:creationId xmlns:a16="http://schemas.microsoft.com/office/drawing/2014/main" id="{1D9527B3-DC54-7CD6-EF46-77711FD25DC5}"/>
                </a:ext>
              </a:extLst>
            </p:cNvPr>
            <p:cNvSpPr/>
            <p:nvPr/>
          </p:nvSpPr>
          <p:spPr>
            <a:xfrm rot="-5400000">
              <a:off x="6157150" y="2248410"/>
              <a:ext cx="325800" cy="434880"/>
            </a:xfrm>
            <a:custGeom>
              <a:avLst/>
              <a:gdLst/>
              <a:ahLst/>
              <a:cxnLst/>
              <a:rect l="l" t="t" r="r" b="b"/>
              <a:pathLst>
                <a:path w="905" h="1208" extrusionOk="0">
                  <a:moveTo>
                    <a:pt x="221" y="258"/>
                  </a:moveTo>
                  <a:lnTo>
                    <a:pt x="221" y="258"/>
                  </a:lnTo>
                  <a:cubicBezTo>
                    <a:pt x="99" y="258"/>
                    <a:pt x="0" y="358"/>
                    <a:pt x="0" y="480"/>
                  </a:cubicBezTo>
                  <a:lnTo>
                    <a:pt x="0" y="986"/>
                  </a:lnTo>
                  <a:cubicBezTo>
                    <a:pt x="0" y="1109"/>
                    <a:pt x="99" y="1208"/>
                    <a:pt x="221" y="1208"/>
                  </a:cubicBezTo>
                  <a:lnTo>
                    <a:pt x="683" y="1208"/>
                  </a:lnTo>
                  <a:cubicBezTo>
                    <a:pt x="806" y="1208"/>
                    <a:pt x="905" y="1109"/>
                    <a:pt x="905" y="986"/>
                  </a:cubicBezTo>
                  <a:lnTo>
                    <a:pt x="905" y="480"/>
                  </a:lnTo>
                  <a:cubicBezTo>
                    <a:pt x="905" y="358"/>
                    <a:pt x="806" y="258"/>
                    <a:pt x="683" y="258"/>
                  </a:cubicBezTo>
                  <a:lnTo>
                    <a:pt x="469" y="258"/>
                  </a:lnTo>
                  <a:cubicBezTo>
                    <a:pt x="466" y="258"/>
                    <a:pt x="463" y="257"/>
                    <a:pt x="461" y="255"/>
                  </a:cubicBezTo>
                  <a:lnTo>
                    <a:pt x="176" y="3"/>
                  </a:lnTo>
                  <a:cubicBezTo>
                    <a:pt x="165" y="-6"/>
                    <a:pt x="150" y="5"/>
                    <a:pt x="155" y="17"/>
                  </a:cubicBezTo>
                  <a:lnTo>
                    <a:pt x="234" y="241"/>
                  </a:lnTo>
                  <a:cubicBezTo>
                    <a:pt x="237" y="250"/>
                    <a:pt x="230" y="258"/>
                    <a:pt x="221" y="2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2532;p74">
            <a:extLst>
              <a:ext uri="{FF2B5EF4-FFF2-40B4-BE49-F238E27FC236}">
                <a16:creationId xmlns:a16="http://schemas.microsoft.com/office/drawing/2014/main" id="{4BBB3042-5D68-439B-CD47-0DAD51E3222E}"/>
              </a:ext>
            </a:extLst>
          </p:cNvPr>
          <p:cNvGrpSpPr/>
          <p:nvPr/>
        </p:nvGrpSpPr>
        <p:grpSpPr>
          <a:xfrm>
            <a:off x="7548795" y="236317"/>
            <a:ext cx="1683695" cy="1669590"/>
            <a:chOff x="6238275" y="2597721"/>
            <a:chExt cx="2182200" cy="2032197"/>
          </a:xfrm>
        </p:grpSpPr>
        <p:cxnSp>
          <p:nvCxnSpPr>
            <p:cNvPr id="70" name="Google Shape;2533;p74">
              <a:extLst>
                <a:ext uri="{FF2B5EF4-FFF2-40B4-BE49-F238E27FC236}">
                  <a16:creationId xmlns:a16="http://schemas.microsoft.com/office/drawing/2014/main" id="{430E157E-FDAB-3080-5073-40203942AF9D}"/>
                </a:ext>
              </a:extLst>
            </p:cNvPr>
            <p:cNvCxnSpPr/>
            <p:nvPr/>
          </p:nvCxnSpPr>
          <p:spPr>
            <a:xfrm rot="10800000">
              <a:off x="6238275" y="4531725"/>
              <a:ext cx="2182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1" name="Google Shape;2534;p74">
              <a:extLst>
                <a:ext uri="{FF2B5EF4-FFF2-40B4-BE49-F238E27FC236}">
                  <a16:creationId xmlns:a16="http://schemas.microsoft.com/office/drawing/2014/main" id="{82DF48DD-2043-8352-D2B8-C7D6C297B787}"/>
                </a:ext>
              </a:extLst>
            </p:cNvPr>
            <p:cNvGrpSpPr/>
            <p:nvPr/>
          </p:nvGrpSpPr>
          <p:grpSpPr>
            <a:xfrm>
              <a:off x="6297276" y="2597721"/>
              <a:ext cx="1923012" cy="2032197"/>
              <a:chOff x="7715951" y="1682254"/>
              <a:chExt cx="1458485" cy="1541295"/>
            </a:xfrm>
          </p:grpSpPr>
          <p:sp>
            <p:nvSpPr>
              <p:cNvPr id="72" name="Google Shape;2535;p74">
                <a:extLst>
                  <a:ext uri="{FF2B5EF4-FFF2-40B4-BE49-F238E27FC236}">
                    <a16:creationId xmlns:a16="http://schemas.microsoft.com/office/drawing/2014/main" id="{542773CB-22FF-8FD0-0088-EA6B9146D8E6}"/>
                  </a:ext>
                </a:extLst>
              </p:cNvPr>
              <p:cNvSpPr/>
              <p:nvPr/>
            </p:nvSpPr>
            <p:spPr>
              <a:xfrm>
                <a:off x="7947027" y="1877316"/>
                <a:ext cx="286895" cy="341508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70" extrusionOk="0">
                    <a:moveTo>
                      <a:pt x="101" y="569"/>
                    </a:moveTo>
                    <a:cubicBezTo>
                      <a:pt x="101" y="569"/>
                      <a:pt x="199" y="583"/>
                      <a:pt x="343" y="458"/>
                    </a:cubicBezTo>
                    <a:cubicBezTo>
                      <a:pt x="412" y="399"/>
                      <a:pt x="348" y="344"/>
                      <a:pt x="287" y="390"/>
                    </a:cubicBezTo>
                    <a:cubicBezTo>
                      <a:pt x="282" y="394"/>
                      <a:pt x="267" y="396"/>
                      <a:pt x="272" y="391"/>
                    </a:cubicBezTo>
                    <a:cubicBezTo>
                      <a:pt x="272" y="391"/>
                      <a:pt x="348" y="307"/>
                      <a:pt x="444" y="217"/>
                    </a:cubicBezTo>
                    <a:cubicBezTo>
                      <a:pt x="467" y="197"/>
                      <a:pt x="493" y="170"/>
                      <a:pt x="469" y="138"/>
                    </a:cubicBezTo>
                    <a:cubicBezTo>
                      <a:pt x="422" y="73"/>
                      <a:pt x="319" y="241"/>
                      <a:pt x="306" y="249"/>
                    </a:cubicBezTo>
                    <a:lnTo>
                      <a:pt x="306" y="249"/>
                    </a:lnTo>
                    <a:cubicBezTo>
                      <a:pt x="306" y="249"/>
                      <a:pt x="472" y="122"/>
                      <a:pt x="423" y="64"/>
                    </a:cubicBezTo>
                    <a:cubicBezTo>
                      <a:pt x="379" y="10"/>
                      <a:pt x="283" y="167"/>
                      <a:pt x="262" y="190"/>
                    </a:cubicBezTo>
                    <a:lnTo>
                      <a:pt x="262" y="190"/>
                    </a:lnTo>
                    <a:cubicBezTo>
                      <a:pt x="426" y="72"/>
                      <a:pt x="339" y="21"/>
                      <a:pt x="339" y="21"/>
                    </a:cubicBezTo>
                    <a:cubicBezTo>
                      <a:pt x="306" y="0"/>
                      <a:pt x="257" y="60"/>
                      <a:pt x="244" y="81"/>
                    </a:cubicBezTo>
                    <a:lnTo>
                      <a:pt x="244" y="81"/>
                    </a:lnTo>
                    <a:cubicBezTo>
                      <a:pt x="244" y="76"/>
                      <a:pt x="288" y="35"/>
                      <a:pt x="251" y="7"/>
                    </a:cubicBezTo>
                    <a:cubicBezTo>
                      <a:pt x="213" y="-22"/>
                      <a:pt x="155" y="40"/>
                      <a:pt x="103" y="106"/>
                    </a:cubicBezTo>
                    <a:cubicBezTo>
                      <a:pt x="78" y="138"/>
                      <a:pt x="57" y="174"/>
                      <a:pt x="42" y="212"/>
                    </a:cubicBezTo>
                    <a:cubicBezTo>
                      <a:pt x="3" y="315"/>
                      <a:pt x="-50" y="512"/>
                      <a:pt x="101" y="569"/>
                    </a:cubicBezTo>
                    <a:close/>
                  </a:path>
                </a:pathLst>
              </a:custGeom>
              <a:solidFill>
                <a:srgbClr val="FFD0A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2536;p74">
                <a:extLst>
                  <a:ext uri="{FF2B5EF4-FFF2-40B4-BE49-F238E27FC236}">
                    <a16:creationId xmlns:a16="http://schemas.microsoft.com/office/drawing/2014/main" id="{496805BD-2EAE-2EFC-042C-38C8B75E3864}"/>
                  </a:ext>
                </a:extLst>
              </p:cNvPr>
              <p:cNvSpPr/>
              <p:nvPr/>
            </p:nvSpPr>
            <p:spPr>
              <a:xfrm>
                <a:off x="8095276" y="1955341"/>
                <a:ext cx="102034" cy="11043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85" fill="none" extrusionOk="0">
                    <a:moveTo>
                      <a:pt x="0" y="185"/>
                    </a:moveTo>
                    <a:cubicBezTo>
                      <a:pt x="0" y="185"/>
                      <a:pt x="85" y="74"/>
                      <a:pt x="171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20500" rIns="91075" bIns="205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2537;p74">
                <a:extLst>
                  <a:ext uri="{FF2B5EF4-FFF2-40B4-BE49-F238E27FC236}">
                    <a16:creationId xmlns:a16="http://schemas.microsoft.com/office/drawing/2014/main" id="{449CD143-653F-9438-5767-95D55E495BA4}"/>
                  </a:ext>
                </a:extLst>
              </p:cNvPr>
              <p:cNvSpPr/>
              <p:nvPr/>
            </p:nvSpPr>
            <p:spPr>
              <a:xfrm>
                <a:off x="8063466" y="1918129"/>
                <a:ext cx="99633" cy="131442"/>
              </a:xfrm>
              <a:custGeom>
                <a:avLst/>
                <a:gdLst/>
                <a:ahLst/>
                <a:cxnLst/>
                <a:rect l="l" t="t" r="r" b="b"/>
                <a:pathLst>
                  <a:path w="167" h="220" fill="none" extrusionOk="0">
                    <a:moveTo>
                      <a:pt x="0" y="220"/>
                    </a:moveTo>
                    <a:cubicBezTo>
                      <a:pt x="0" y="220"/>
                      <a:pt x="78" y="73"/>
                      <a:pt x="167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33100" rIns="91075" bIns="33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2538;p74">
                <a:extLst>
                  <a:ext uri="{FF2B5EF4-FFF2-40B4-BE49-F238E27FC236}">
                    <a16:creationId xmlns:a16="http://schemas.microsoft.com/office/drawing/2014/main" id="{451263EB-52C7-A9FF-B84D-C504E22E5C5B}"/>
                  </a:ext>
                </a:extLst>
              </p:cNvPr>
              <p:cNvSpPr/>
              <p:nvPr/>
            </p:nvSpPr>
            <p:spPr>
              <a:xfrm>
                <a:off x="8021452" y="1911527"/>
                <a:ext cx="81027" cy="121838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4" fill="none" extrusionOk="0">
                    <a:moveTo>
                      <a:pt x="0" y="204"/>
                    </a:moveTo>
                    <a:cubicBezTo>
                      <a:pt x="0" y="204"/>
                      <a:pt x="66" y="81"/>
                      <a:pt x="136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27350" rIns="91075" bIns="2735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2539;p74">
                <a:extLst>
                  <a:ext uri="{FF2B5EF4-FFF2-40B4-BE49-F238E27FC236}">
                    <a16:creationId xmlns:a16="http://schemas.microsoft.com/office/drawing/2014/main" id="{25359271-DE1C-3565-0943-61C781A52207}"/>
                  </a:ext>
                </a:extLst>
              </p:cNvPr>
              <p:cNvSpPr/>
              <p:nvPr/>
            </p:nvSpPr>
            <p:spPr>
              <a:xfrm>
                <a:off x="7999845" y="1787287"/>
                <a:ext cx="243079" cy="343909"/>
              </a:xfrm>
              <a:custGeom>
                <a:avLst/>
                <a:gdLst/>
                <a:ahLst/>
                <a:cxnLst/>
                <a:rect l="l" t="t" r="r" b="b"/>
                <a:pathLst>
                  <a:path w="406" h="574" extrusionOk="0">
                    <a:moveTo>
                      <a:pt x="270" y="573"/>
                    </a:moveTo>
                    <a:lnTo>
                      <a:pt x="19" y="519"/>
                    </a:lnTo>
                    <a:cubicBezTo>
                      <a:pt x="6" y="516"/>
                      <a:pt x="-3" y="503"/>
                      <a:pt x="0" y="491"/>
                    </a:cubicBezTo>
                    <a:lnTo>
                      <a:pt x="106" y="19"/>
                    </a:lnTo>
                    <a:cubicBezTo>
                      <a:pt x="109" y="6"/>
                      <a:pt x="122" y="-3"/>
                      <a:pt x="135" y="0"/>
                    </a:cubicBezTo>
                    <a:lnTo>
                      <a:pt x="386" y="54"/>
                    </a:lnTo>
                    <a:cubicBezTo>
                      <a:pt x="399" y="57"/>
                      <a:pt x="408" y="70"/>
                      <a:pt x="405" y="82"/>
                    </a:cubicBezTo>
                    <a:lnTo>
                      <a:pt x="299" y="554"/>
                    </a:lnTo>
                    <a:cubicBezTo>
                      <a:pt x="298" y="568"/>
                      <a:pt x="285" y="576"/>
                      <a:pt x="270" y="5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2540;p74">
                <a:extLst>
                  <a:ext uri="{FF2B5EF4-FFF2-40B4-BE49-F238E27FC236}">
                    <a16:creationId xmlns:a16="http://schemas.microsoft.com/office/drawing/2014/main" id="{A9D919CB-18BC-11B0-8FBC-1E5F8F0E450A}"/>
                  </a:ext>
                </a:extLst>
              </p:cNvPr>
              <p:cNvSpPr/>
              <p:nvPr/>
            </p:nvSpPr>
            <p:spPr>
              <a:xfrm>
                <a:off x="8023853" y="1808894"/>
                <a:ext cx="196265" cy="30069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502" extrusionOk="0">
                    <a:moveTo>
                      <a:pt x="220" y="501"/>
                    </a:moveTo>
                    <a:lnTo>
                      <a:pt x="6" y="455"/>
                    </a:lnTo>
                    <a:cubicBezTo>
                      <a:pt x="2" y="453"/>
                      <a:pt x="-1" y="450"/>
                      <a:pt x="1" y="447"/>
                    </a:cubicBezTo>
                    <a:lnTo>
                      <a:pt x="100" y="5"/>
                    </a:lnTo>
                    <a:cubicBezTo>
                      <a:pt x="102" y="2"/>
                      <a:pt x="105" y="-1"/>
                      <a:pt x="108" y="0"/>
                    </a:cubicBezTo>
                    <a:lnTo>
                      <a:pt x="323" y="46"/>
                    </a:lnTo>
                    <a:cubicBezTo>
                      <a:pt x="326" y="48"/>
                      <a:pt x="329" y="51"/>
                      <a:pt x="328" y="54"/>
                    </a:cubicBezTo>
                    <a:lnTo>
                      <a:pt x="228" y="496"/>
                    </a:lnTo>
                    <a:cubicBezTo>
                      <a:pt x="228" y="499"/>
                      <a:pt x="224" y="502"/>
                      <a:pt x="220" y="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8" name="Google Shape;2541;p74">
                <a:extLst>
                  <a:ext uri="{FF2B5EF4-FFF2-40B4-BE49-F238E27FC236}">
                    <a16:creationId xmlns:a16="http://schemas.microsoft.com/office/drawing/2014/main" id="{EB6D29F4-AC41-B6AB-2D64-EA1C30217D8A}"/>
                  </a:ext>
                </a:extLst>
              </p:cNvPr>
              <p:cNvCxnSpPr/>
              <p:nvPr/>
            </p:nvCxnSpPr>
            <p:spPr>
              <a:xfrm flipH="1">
                <a:off x="8005563" y="1832902"/>
                <a:ext cx="50700" cy="2250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" name="Google Shape;2542;p74">
                <a:extLst>
                  <a:ext uri="{FF2B5EF4-FFF2-40B4-BE49-F238E27FC236}">
                    <a16:creationId xmlns:a16="http://schemas.microsoft.com/office/drawing/2014/main" id="{F819E3DA-EC1B-B638-CBA3-5C100152D23C}"/>
                  </a:ext>
                </a:extLst>
              </p:cNvPr>
              <p:cNvCxnSpPr/>
              <p:nvPr/>
            </p:nvCxnSpPr>
            <p:spPr>
              <a:xfrm rot="10800000">
                <a:off x="8027781" y="2081687"/>
                <a:ext cx="80700" cy="17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" name="Google Shape;2543;p74">
                <a:extLst>
                  <a:ext uri="{FF2B5EF4-FFF2-40B4-BE49-F238E27FC236}">
                    <a16:creationId xmlns:a16="http://schemas.microsoft.com/office/drawing/2014/main" id="{75E30F08-B0DB-FBD2-AF3A-611B7C692A8B}"/>
                  </a:ext>
                </a:extLst>
              </p:cNvPr>
              <p:cNvCxnSpPr/>
              <p:nvPr/>
            </p:nvCxnSpPr>
            <p:spPr>
              <a:xfrm rot="10800000">
                <a:off x="8091707" y="1789095"/>
                <a:ext cx="96600" cy="210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81" name="Google Shape;2544;p74">
                <a:extLst>
                  <a:ext uri="{FF2B5EF4-FFF2-40B4-BE49-F238E27FC236}">
                    <a16:creationId xmlns:a16="http://schemas.microsoft.com/office/drawing/2014/main" id="{A4854818-6982-87BF-04E6-4342EE84FC4C}"/>
                  </a:ext>
                </a:extLst>
              </p:cNvPr>
              <p:cNvGrpSpPr/>
              <p:nvPr/>
            </p:nvGrpSpPr>
            <p:grpSpPr>
              <a:xfrm>
                <a:off x="7817333" y="1770859"/>
                <a:ext cx="193316" cy="231962"/>
                <a:chOff x="3118328" y="2263053"/>
                <a:chExt cx="341186" cy="409392"/>
              </a:xfrm>
            </p:grpSpPr>
            <p:cxnSp>
              <p:nvCxnSpPr>
                <p:cNvPr id="161" name="Google Shape;2545;p74">
                  <a:extLst>
                    <a:ext uri="{FF2B5EF4-FFF2-40B4-BE49-F238E27FC236}">
                      <a16:creationId xmlns:a16="http://schemas.microsoft.com/office/drawing/2014/main" id="{154BC134-32A5-1F94-B39A-209CE50BE09C}"/>
                    </a:ext>
                  </a:extLst>
                </p:cNvPr>
                <p:cNvCxnSpPr/>
                <p:nvPr/>
              </p:nvCxnSpPr>
              <p:spPr>
                <a:xfrm rot="10800000">
                  <a:off x="3201814" y="2263053"/>
                  <a:ext cx="257700" cy="10950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2" name="Google Shape;2546;p74">
                  <a:extLst>
                    <a:ext uri="{FF2B5EF4-FFF2-40B4-BE49-F238E27FC236}">
                      <a16:creationId xmlns:a16="http://schemas.microsoft.com/office/drawing/2014/main" id="{05357083-0C9A-F509-6190-7528801C6B04}"/>
                    </a:ext>
                  </a:extLst>
                </p:cNvPr>
                <p:cNvCxnSpPr/>
                <p:nvPr/>
              </p:nvCxnSpPr>
              <p:spPr>
                <a:xfrm rot="10800000">
                  <a:off x="3245008" y="2433380"/>
                  <a:ext cx="162600" cy="1650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3" name="Google Shape;2547;p74">
                  <a:extLst>
                    <a:ext uri="{FF2B5EF4-FFF2-40B4-BE49-F238E27FC236}">
                      <a16:creationId xmlns:a16="http://schemas.microsoft.com/office/drawing/2014/main" id="{2C883A07-9D36-3B8D-C4FC-D8C69DEA5D32}"/>
                    </a:ext>
                  </a:extLst>
                </p:cNvPr>
                <p:cNvCxnSpPr/>
                <p:nvPr/>
              </p:nvCxnSpPr>
              <p:spPr>
                <a:xfrm flipH="1">
                  <a:off x="3118328" y="2538860"/>
                  <a:ext cx="228900" cy="1530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64" name="Google Shape;2548;p74">
                  <a:extLst>
                    <a:ext uri="{FF2B5EF4-FFF2-40B4-BE49-F238E27FC236}">
                      <a16:creationId xmlns:a16="http://schemas.microsoft.com/office/drawing/2014/main" id="{9CE92387-547D-B140-B0DE-13202AC5CB5B}"/>
                    </a:ext>
                  </a:extLst>
                </p:cNvPr>
                <p:cNvCxnSpPr/>
                <p:nvPr/>
              </p:nvCxnSpPr>
              <p:spPr>
                <a:xfrm flipH="1">
                  <a:off x="3202190" y="2651145"/>
                  <a:ext cx="112200" cy="2130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82" name="Google Shape;2549;p74">
                <a:extLst>
                  <a:ext uri="{FF2B5EF4-FFF2-40B4-BE49-F238E27FC236}">
                    <a16:creationId xmlns:a16="http://schemas.microsoft.com/office/drawing/2014/main" id="{4F19034D-E66F-405B-F5D6-E3881570F316}"/>
                  </a:ext>
                </a:extLst>
              </p:cNvPr>
              <p:cNvSpPr/>
              <p:nvPr/>
            </p:nvSpPr>
            <p:spPr>
              <a:xfrm>
                <a:off x="8089274" y="1751876"/>
                <a:ext cx="456752" cy="56298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939" extrusionOk="0">
                    <a:moveTo>
                      <a:pt x="10" y="548"/>
                    </a:moveTo>
                    <a:cubicBezTo>
                      <a:pt x="27" y="673"/>
                      <a:pt x="137" y="768"/>
                      <a:pt x="300" y="717"/>
                    </a:cubicBezTo>
                    <a:lnTo>
                      <a:pt x="316" y="713"/>
                    </a:lnTo>
                    <a:lnTo>
                      <a:pt x="287" y="835"/>
                    </a:lnTo>
                    <a:cubicBezTo>
                      <a:pt x="287" y="835"/>
                      <a:pt x="326" y="955"/>
                      <a:pt x="463" y="937"/>
                    </a:cubicBezTo>
                    <a:cubicBezTo>
                      <a:pt x="657" y="914"/>
                      <a:pt x="692" y="833"/>
                      <a:pt x="692" y="833"/>
                    </a:cubicBezTo>
                    <a:lnTo>
                      <a:pt x="679" y="494"/>
                    </a:lnTo>
                    <a:cubicBezTo>
                      <a:pt x="679" y="494"/>
                      <a:pt x="767" y="520"/>
                      <a:pt x="762" y="394"/>
                    </a:cubicBezTo>
                    <a:cubicBezTo>
                      <a:pt x="758" y="262"/>
                      <a:pt x="663" y="292"/>
                      <a:pt x="663" y="292"/>
                    </a:cubicBezTo>
                    <a:lnTo>
                      <a:pt x="661" y="284"/>
                    </a:lnTo>
                    <a:cubicBezTo>
                      <a:pt x="653" y="106"/>
                      <a:pt x="528" y="13"/>
                      <a:pt x="378" y="3"/>
                    </a:cubicBezTo>
                    <a:lnTo>
                      <a:pt x="344" y="0"/>
                    </a:lnTo>
                    <a:cubicBezTo>
                      <a:pt x="342" y="2"/>
                      <a:pt x="-69" y="-58"/>
                      <a:pt x="10" y="548"/>
                    </a:cubicBezTo>
                    <a:close/>
                  </a:path>
                </a:pathLst>
              </a:custGeom>
              <a:solidFill>
                <a:srgbClr val="FFD0A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2550;p74">
                <a:extLst>
                  <a:ext uri="{FF2B5EF4-FFF2-40B4-BE49-F238E27FC236}">
                    <a16:creationId xmlns:a16="http://schemas.microsoft.com/office/drawing/2014/main" id="{330EF79A-D99C-44C0-2EB3-0E2F79D6CDFA}"/>
                  </a:ext>
                </a:extLst>
              </p:cNvPr>
              <p:cNvSpPr/>
              <p:nvPr/>
            </p:nvSpPr>
            <p:spPr>
              <a:xfrm>
                <a:off x="8484205" y="1971546"/>
                <a:ext cx="12004" cy="37212"/>
              </a:xfrm>
              <a:custGeom>
                <a:avLst/>
                <a:gdLst/>
                <a:ahLst/>
                <a:cxnLst/>
                <a:rect l="l" t="t" r="r" b="b"/>
                <a:pathLst>
                  <a:path w="21" h="63" fill="none" extrusionOk="0">
                    <a:moveTo>
                      <a:pt x="7" y="0"/>
                    </a:moveTo>
                    <a:cubicBezTo>
                      <a:pt x="7" y="0"/>
                      <a:pt x="-10" y="16"/>
                      <a:pt x="7" y="24"/>
                    </a:cubicBezTo>
                    <a:cubicBezTo>
                      <a:pt x="43" y="40"/>
                      <a:pt x="-5" y="51"/>
                      <a:pt x="7" y="6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2551;p74">
                <a:extLst>
                  <a:ext uri="{FF2B5EF4-FFF2-40B4-BE49-F238E27FC236}">
                    <a16:creationId xmlns:a16="http://schemas.microsoft.com/office/drawing/2014/main" id="{ECFB00D7-A843-9255-1085-6DE974D3A090}"/>
                  </a:ext>
                </a:extLst>
              </p:cNvPr>
              <p:cNvSpPr/>
              <p:nvPr/>
            </p:nvSpPr>
            <p:spPr>
              <a:xfrm>
                <a:off x="8484205" y="1945138"/>
                <a:ext cx="33011" cy="36011"/>
              </a:xfrm>
              <a:custGeom>
                <a:avLst/>
                <a:gdLst/>
                <a:ahLst/>
                <a:cxnLst/>
                <a:rect l="l" t="t" r="r" b="b"/>
                <a:pathLst>
                  <a:path w="56" h="61" fill="none" extrusionOk="0">
                    <a:moveTo>
                      <a:pt x="0" y="6"/>
                    </a:moveTo>
                    <a:cubicBezTo>
                      <a:pt x="0" y="6"/>
                      <a:pt x="60" y="-27"/>
                      <a:pt x="56" y="6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2552;p74">
                <a:extLst>
                  <a:ext uri="{FF2B5EF4-FFF2-40B4-BE49-F238E27FC236}">
                    <a16:creationId xmlns:a16="http://schemas.microsoft.com/office/drawing/2014/main" id="{3C83FBA0-3EF4-E7E0-1967-59BC1FA8E351}"/>
                  </a:ext>
                </a:extLst>
              </p:cNvPr>
              <p:cNvSpPr/>
              <p:nvPr/>
            </p:nvSpPr>
            <p:spPr>
              <a:xfrm>
                <a:off x="8233922" y="1889920"/>
                <a:ext cx="99633" cy="3061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2" extrusionOk="0">
                    <a:moveTo>
                      <a:pt x="27" y="41"/>
                    </a:moveTo>
                    <a:cubicBezTo>
                      <a:pt x="35" y="41"/>
                      <a:pt x="46" y="39"/>
                      <a:pt x="58" y="41"/>
                    </a:cubicBezTo>
                    <a:cubicBezTo>
                      <a:pt x="69" y="41"/>
                      <a:pt x="79" y="42"/>
                      <a:pt x="90" y="43"/>
                    </a:cubicBezTo>
                    <a:cubicBezTo>
                      <a:pt x="101" y="45"/>
                      <a:pt x="113" y="46"/>
                      <a:pt x="124" y="47"/>
                    </a:cubicBezTo>
                    <a:cubicBezTo>
                      <a:pt x="136" y="49"/>
                      <a:pt x="147" y="51"/>
                      <a:pt x="160" y="52"/>
                    </a:cubicBezTo>
                    <a:lnTo>
                      <a:pt x="160" y="52"/>
                    </a:lnTo>
                    <a:cubicBezTo>
                      <a:pt x="163" y="52"/>
                      <a:pt x="167" y="51"/>
                      <a:pt x="167" y="47"/>
                    </a:cubicBezTo>
                    <a:cubicBezTo>
                      <a:pt x="167" y="46"/>
                      <a:pt x="167" y="44"/>
                      <a:pt x="165" y="44"/>
                    </a:cubicBezTo>
                    <a:cubicBezTo>
                      <a:pt x="157" y="35"/>
                      <a:pt x="145" y="27"/>
                      <a:pt x="134" y="20"/>
                    </a:cubicBezTo>
                    <a:cubicBezTo>
                      <a:pt x="123" y="14"/>
                      <a:pt x="110" y="9"/>
                      <a:pt x="98" y="6"/>
                    </a:cubicBezTo>
                    <a:cubicBezTo>
                      <a:pt x="85" y="3"/>
                      <a:pt x="72" y="0"/>
                      <a:pt x="59" y="0"/>
                    </a:cubicBezTo>
                    <a:cubicBezTo>
                      <a:pt x="46" y="0"/>
                      <a:pt x="33" y="0"/>
                      <a:pt x="17" y="3"/>
                    </a:cubicBezTo>
                    <a:cubicBezTo>
                      <a:pt x="5" y="6"/>
                      <a:pt x="-3" y="17"/>
                      <a:pt x="1" y="28"/>
                    </a:cubicBezTo>
                    <a:cubicBezTo>
                      <a:pt x="4" y="38"/>
                      <a:pt x="12" y="46"/>
                      <a:pt x="23" y="44"/>
                    </a:cubicBezTo>
                    <a:lnTo>
                      <a:pt x="27" y="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2553;p74">
                <a:extLst>
                  <a:ext uri="{FF2B5EF4-FFF2-40B4-BE49-F238E27FC236}">
                    <a16:creationId xmlns:a16="http://schemas.microsoft.com/office/drawing/2014/main" id="{145BCDB6-08F4-A75D-A21F-BFD0F282825B}"/>
                  </a:ext>
                </a:extLst>
              </p:cNvPr>
              <p:cNvSpPr/>
              <p:nvPr/>
            </p:nvSpPr>
            <p:spPr>
              <a:xfrm>
                <a:off x="8098277" y="1880317"/>
                <a:ext cx="54618" cy="28209"/>
              </a:xfrm>
              <a:custGeom>
                <a:avLst/>
                <a:gdLst/>
                <a:ahLst/>
                <a:cxnLst/>
                <a:rect l="l" t="t" r="r" b="b"/>
                <a:pathLst>
                  <a:path w="92" h="48" extrusionOk="0">
                    <a:moveTo>
                      <a:pt x="9" y="7"/>
                    </a:moveTo>
                    <a:cubicBezTo>
                      <a:pt x="13" y="5"/>
                      <a:pt x="17" y="4"/>
                      <a:pt x="21" y="3"/>
                    </a:cubicBezTo>
                    <a:cubicBezTo>
                      <a:pt x="31" y="0"/>
                      <a:pt x="41" y="0"/>
                      <a:pt x="51" y="0"/>
                    </a:cubicBezTo>
                    <a:cubicBezTo>
                      <a:pt x="61" y="2"/>
                      <a:pt x="69" y="2"/>
                      <a:pt x="80" y="6"/>
                    </a:cubicBezTo>
                    <a:cubicBezTo>
                      <a:pt x="88" y="10"/>
                      <a:pt x="95" y="19"/>
                      <a:pt x="91" y="29"/>
                    </a:cubicBezTo>
                    <a:cubicBezTo>
                      <a:pt x="91" y="40"/>
                      <a:pt x="80" y="48"/>
                      <a:pt x="69" y="48"/>
                    </a:cubicBezTo>
                    <a:lnTo>
                      <a:pt x="64" y="48"/>
                    </a:lnTo>
                    <a:cubicBezTo>
                      <a:pt x="59" y="46"/>
                      <a:pt x="51" y="44"/>
                      <a:pt x="44" y="44"/>
                    </a:cubicBezTo>
                    <a:cubicBezTo>
                      <a:pt x="38" y="44"/>
                      <a:pt x="30" y="43"/>
                      <a:pt x="23" y="43"/>
                    </a:cubicBezTo>
                    <a:lnTo>
                      <a:pt x="2" y="43"/>
                    </a:lnTo>
                    <a:lnTo>
                      <a:pt x="0" y="43"/>
                    </a:lnTo>
                    <a:cubicBezTo>
                      <a:pt x="3" y="29"/>
                      <a:pt x="6" y="17"/>
                      <a:pt x="9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2554;p74">
                <a:extLst>
                  <a:ext uri="{FF2B5EF4-FFF2-40B4-BE49-F238E27FC236}">
                    <a16:creationId xmlns:a16="http://schemas.microsoft.com/office/drawing/2014/main" id="{7931788F-5DE7-A8E2-FAEC-2F8AD217C2EC}"/>
                  </a:ext>
                </a:extLst>
              </p:cNvPr>
              <p:cNvSpPr/>
              <p:nvPr/>
            </p:nvSpPr>
            <p:spPr>
              <a:xfrm>
                <a:off x="8089875" y="1936735"/>
                <a:ext cx="82828" cy="75624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27" extrusionOk="0">
                    <a:moveTo>
                      <a:pt x="130" y="82"/>
                    </a:moveTo>
                    <a:cubicBezTo>
                      <a:pt x="111" y="104"/>
                      <a:pt x="76" y="133"/>
                      <a:pt x="29" y="126"/>
                    </a:cubicBezTo>
                    <a:cubicBezTo>
                      <a:pt x="19" y="125"/>
                      <a:pt x="9" y="123"/>
                      <a:pt x="1" y="120"/>
                    </a:cubicBezTo>
                    <a:cubicBezTo>
                      <a:pt x="-1" y="70"/>
                      <a:pt x="2" y="30"/>
                      <a:pt x="5" y="3"/>
                    </a:cubicBezTo>
                    <a:cubicBezTo>
                      <a:pt x="69" y="-11"/>
                      <a:pt x="121" y="34"/>
                      <a:pt x="139" y="53"/>
                    </a:cubicBezTo>
                    <a:cubicBezTo>
                      <a:pt x="136" y="64"/>
                      <a:pt x="133" y="73"/>
                      <a:pt x="130" y="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700" rIns="90000" bIns="7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2555;p74">
                <a:extLst>
                  <a:ext uri="{FF2B5EF4-FFF2-40B4-BE49-F238E27FC236}">
                    <a16:creationId xmlns:a16="http://schemas.microsoft.com/office/drawing/2014/main" id="{0B236C70-A81F-71B7-2226-F652D08C1A10}"/>
                  </a:ext>
                </a:extLst>
              </p:cNvPr>
              <p:cNvSpPr/>
              <p:nvPr/>
            </p:nvSpPr>
            <p:spPr>
              <a:xfrm>
                <a:off x="8089875" y="1939136"/>
                <a:ext cx="45015" cy="73223"/>
              </a:xfrm>
              <a:custGeom>
                <a:avLst/>
                <a:gdLst/>
                <a:ahLst/>
                <a:cxnLst/>
                <a:rect l="l" t="t" r="r" b="b"/>
                <a:pathLst>
                  <a:path w="76" h="123" extrusionOk="0">
                    <a:moveTo>
                      <a:pt x="29" y="122"/>
                    </a:moveTo>
                    <a:cubicBezTo>
                      <a:pt x="19" y="121"/>
                      <a:pt x="9" y="119"/>
                      <a:pt x="1" y="116"/>
                    </a:cubicBezTo>
                    <a:cubicBezTo>
                      <a:pt x="-1" y="67"/>
                      <a:pt x="2" y="28"/>
                      <a:pt x="5" y="1"/>
                    </a:cubicBezTo>
                    <a:cubicBezTo>
                      <a:pt x="10" y="0"/>
                      <a:pt x="14" y="0"/>
                      <a:pt x="19" y="0"/>
                    </a:cubicBezTo>
                    <a:cubicBezTo>
                      <a:pt x="53" y="3"/>
                      <a:pt x="79" y="37"/>
                      <a:pt x="75" y="75"/>
                    </a:cubicBezTo>
                    <a:cubicBezTo>
                      <a:pt x="73" y="95"/>
                      <a:pt x="63" y="112"/>
                      <a:pt x="49" y="123"/>
                    </a:cubicBezTo>
                    <a:cubicBezTo>
                      <a:pt x="43" y="123"/>
                      <a:pt x="36" y="123"/>
                      <a:pt x="29" y="1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2556;p74">
                <a:extLst>
                  <a:ext uri="{FF2B5EF4-FFF2-40B4-BE49-F238E27FC236}">
                    <a16:creationId xmlns:a16="http://schemas.microsoft.com/office/drawing/2014/main" id="{CE952072-8A13-4B0D-B8E7-2CCA6CC32405}"/>
                  </a:ext>
                </a:extLst>
              </p:cNvPr>
              <p:cNvSpPr/>
              <p:nvPr/>
            </p:nvSpPr>
            <p:spPr>
              <a:xfrm>
                <a:off x="8093476" y="1931333"/>
                <a:ext cx="79826" cy="34211"/>
              </a:xfrm>
              <a:custGeom>
                <a:avLst/>
                <a:gdLst/>
                <a:ahLst/>
                <a:cxnLst/>
                <a:rect l="l" t="t" r="r" b="b"/>
                <a:pathLst>
                  <a:path w="134" h="58" fill="none" extrusionOk="0">
                    <a:moveTo>
                      <a:pt x="0" y="4"/>
                    </a:moveTo>
                    <a:cubicBezTo>
                      <a:pt x="37" y="-6"/>
                      <a:pt x="84" y="2"/>
                      <a:pt x="134" y="5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4675" tIns="0" rIns="946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2557;p74">
                <a:extLst>
                  <a:ext uri="{FF2B5EF4-FFF2-40B4-BE49-F238E27FC236}">
                    <a16:creationId xmlns:a16="http://schemas.microsoft.com/office/drawing/2014/main" id="{FC9605BA-2646-A5DF-C00D-B583390A78B0}"/>
                  </a:ext>
                </a:extLst>
              </p:cNvPr>
              <p:cNvSpPr/>
              <p:nvPr/>
            </p:nvSpPr>
            <p:spPr>
              <a:xfrm>
                <a:off x="8217717" y="1949939"/>
                <a:ext cx="131443" cy="75624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27" extrusionOk="0">
                    <a:moveTo>
                      <a:pt x="220" y="60"/>
                    </a:moveTo>
                    <a:cubicBezTo>
                      <a:pt x="220" y="60"/>
                      <a:pt x="114" y="-70"/>
                      <a:pt x="0" y="52"/>
                    </a:cubicBezTo>
                    <a:cubicBezTo>
                      <a:pt x="0" y="52"/>
                      <a:pt x="29" y="117"/>
                      <a:pt x="102" y="126"/>
                    </a:cubicBezTo>
                    <a:cubicBezTo>
                      <a:pt x="174" y="136"/>
                      <a:pt x="220" y="60"/>
                      <a:pt x="220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700" rIns="90000" bIns="7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2558;p74">
                <a:extLst>
                  <a:ext uri="{FF2B5EF4-FFF2-40B4-BE49-F238E27FC236}">
                    <a16:creationId xmlns:a16="http://schemas.microsoft.com/office/drawing/2014/main" id="{5E39F647-8E84-C51D-20DA-D857C2B0DB79}"/>
                  </a:ext>
                </a:extLst>
              </p:cNvPr>
              <p:cNvSpPr/>
              <p:nvPr/>
            </p:nvSpPr>
            <p:spPr>
              <a:xfrm>
                <a:off x="8217717" y="1951140"/>
                <a:ext cx="80427" cy="7442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25" extrusionOk="0">
                    <a:moveTo>
                      <a:pt x="0" y="50"/>
                    </a:moveTo>
                    <a:cubicBezTo>
                      <a:pt x="28" y="20"/>
                      <a:pt x="56" y="5"/>
                      <a:pt x="82" y="0"/>
                    </a:cubicBezTo>
                    <a:cubicBezTo>
                      <a:pt x="120" y="9"/>
                      <a:pt x="144" y="47"/>
                      <a:pt x="132" y="86"/>
                    </a:cubicBezTo>
                    <a:cubicBezTo>
                      <a:pt x="127" y="102"/>
                      <a:pt x="116" y="116"/>
                      <a:pt x="102" y="125"/>
                    </a:cubicBezTo>
                    <a:cubicBezTo>
                      <a:pt x="29" y="115"/>
                      <a:pt x="0" y="50"/>
                      <a:pt x="0" y="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2559;p74">
                <a:extLst>
                  <a:ext uri="{FF2B5EF4-FFF2-40B4-BE49-F238E27FC236}">
                    <a16:creationId xmlns:a16="http://schemas.microsoft.com/office/drawing/2014/main" id="{E20F67D5-BCE3-B050-5190-61AC58B6A885}"/>
                  </a:ext>
                </a:extLst>
              </p:cNvPr>
              <p:cNvSpPr/>
              <p:nvPr/>
            </p:nvSpPr>
            <p:spPr>
              <a:xfrm>
                <a:off x="8214116" y="1937935"/>
                <a:ext cx="153651" cy="51617"/>
              </a:xfrm>
              <a:custGeom>
                <a:avLst/>
                <a:gdLst/>
                <a:ahLst/>
                <a:cxnLst/>
                <a:rect l="l" t="t" r="r" b="b"/>
                <a:pathLst>
                  <a:path w="257" h="87" extrusionOk="0">
                    <a:moveTo>
                      <a:pt x="1" y="66"/>
                    </a:moveTo>
                    <a:cubicBezTo>
                      <a:pt x="60" y="-24"/>
                      <a:pt x="163" y="-20"/>
                      <a:pt x="226" y="60"/>
                    </a:cubicBezTo>
                    <a:cubicBezTo>
                      <a:pt x="233" y="51"/>
                      <a:pt x="241" y="41"/>
                      <a:pt x="248" y="32"/>
                    </a:cubicBezTo>
                    <a:cubicBezTo>
                      <a:pt x="252" y="28"/>
                      <a:pt x="258" y="32"/>
                      <a:pt x="257" y="37"/>
                    </a:cubicBezTo>
                    <a:cubicBezTo>
                      <a:pt x="250" y="51"/>
                      <a:pt x="242" y="67"/>
                      <a:pt x="234" y="81"/>
                    </a:cubicBezTo>
                    <a:cubicBezTo>
                      <a:pt x="231" y="88"/>
                      <a:pt x="222" y="88"/>
                      <a:pt x="217" y="81"/>
                    </a:cubicBezTo>
                    <a:cubicBezTo>
                      <a:pt x="149" y="9"/>
                      <a:pt x="84" y="1"/>
                      <a:pt x="9" y="70"/>
                    </a:cubicBezTo>
                    <a:cubicBezTo>
                      <a:pt x="6" y="77"/>
                      <a:pt x="-2" y="70"/>
                      <a:pt x="1" y="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2560;p74">
                <a:extLst>
                  <a:ext uri="{FF2B5EF4-FFF2-40B4-BE49-F238E27FC236}">
                    <a16:creationId xmlns:a16="http://schemas.microsoft.com/office/drawing/2014/main" id="{4E5DDD0C-6595-0A9F-F1DF-0D3CC312094E}"/>
                  </a:ext>
                </a:extLst>
              </p:cNvPr>
              <p:cNvSpPr/>
              <p:nvPr/>
            </p:nvSpPr>
            <p:spPr>
              <a:xfrm>
                <a:off x="8265733" y="2165408"/>
                <a:ext cx="66622" cy="66021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1" extrusionOk="0">
                    <a:moveTo>
                      <a:pt x="21" y="24"/>
                    </a:moveTo>
                    <a:lnTo>
                      <a:pt x="112" y="0"/>
                    </a:lnTo>
                    <a:lnTo>
                      <a:pt x="0" y="111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2561;p74">
                <a:extLst>
                  <a:ext uri="{FF2B5EF4-FFF2-40B4-BE49-F238E27FC236}">
                    <a16:creationId xmlns:a16="http://schemas.microsoft.com/office/drawing/2014/main" id="{FC6E5A3C-432B-9CFA-2293-F2D7A2E17AB4}"/>
                  </a:ext>
                </a:extLst>
              </p:cNvPr>
              <p:cNvSpPr/>
              <p:nvPr/>
            </p:nvSpPr>
            <p:spPr>
              <a:xfrm>
                <a:off x="8133689" y="2074179"/>
                <a:ext cx="99033" cy="6001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01" extrusionOk="0">
                    <a:moveTo>
                      <a:pt x="0" y="0"/>
                    </a:moveTo>
                    <a:cubicBezTo>
                      <a:pt x="0" y="0"/>
                      <a:pt x="67" y="8"/>
                      <a:pt x="166" y="0"/>
                    </a:cubicBezTo>
                    <a:cubicBezTo>
                      <a:pt x="166" y="0"/>
                      <a:pt x="171" y="101"/>
                      <a:pt x="80" y="101"/>
                    </a:cubicBezTo>
                    <a:cubicBezTo>
                      <a:pt x="10" y="10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2562;p74">
                <a:extLst>
                  <a:ext uri="{FF2B5EF4-FFF2-40B4-BE49-F238E27FC236}">
                    <a16:creationId xmlns:a16="http://schemas.microsoft.com/office/drawing/2014/main" id="{36F1E2B3-CF49-31FC-4F10-77E09E5228A0}"/>
                  </a:ext>
                </a:extLst>
              </p:cNvPr>
              <p:cNvSpPr/>
              <p:nvPr/>
            </p:nvSpPr>
            <p:spPr>
              <a:xfrm>
                <a:off x="8166700" y="2102388"/>
                <a:ext cx="61220" cy="3361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57" extrusionOk="0">
                    <a:moveTo>
                      <a:pt x="103" y="0"/>
                    </a:moveTo>
                    <a:cubicBezTo>
                      <a:pt x="103" y="0"/>
                      <a:pt x="49" y="-3"/>
                      <a:pt x="7" y="27"/>
                    </a:cubicBezTo>
                    <a:cubicBezTo>
                      <a:pt x="-5" y="37"/>
                      <a:pt x="0" y="54"/>
                      <a:pt x="15" y="56"/>
                    </a:cubicBezTo>
                    <a:cubicBezTo>
                      <a:pt x="26" y="57"/>
                      <a:pt x="41" y="56"/>
                      <a:pt x="59" y="50"/>
                    </a:cubicBezTo>
                    <a:cubicBezTo>
                      <a:pt x="60" y="50"/>
                      <a:pt x="93" y="35"/>
                      <a:pt x="1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2563;p74">
                <a:extLst>
                  <a:ext uri="{FF2B5EF4-FFF2-40B4-BE49-F238E27FC236}">
                    <a16:creationId xmlns:a16="http://schemas.microsoft.com/office/drawing/2014/main" id="{B4F1BDDD-290E-2B17-FDA0-BA0DDFDC8B9F}"/>
                  </a:ext>
                </a:extLst>
              </p:cNvPr>
              <p:cNvSpPr/>
              <p:nvPr/>
            </p:nvSpPr>
            <p:spPr>
              <a:xfrm>
                <a:off x="8133689" y="2074179"/>
                <a:ext cx="99033" cy="1560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27" extrusionOk="0">
                    <a:moveTo>
                      <a:pt x="0" y="0"/>
                    </a:moveTo>
                    <a:cubicBezTo>
                      <a:pt x="0" y="0"/>
                      <a:pt x="63" y="59"/>
                      <a:pt x="16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" name="Google Shape;2564;p74">
                <a:extLst>
                  <a:ext uri="{FF2B5EF4-FFF2-40B4-BE49-F238E27FC236}">
                    <a16:creationId xmlns:a16="http://schemas.microsoft.com/office/drawing/2014/main" id="{1F62FD0E-42F8-9E60-CA69-5D3D8C3DB088}"/>
                  </a:ext>
                </a:extLst>
              </p:cNvPr>
              <p:cNvCxnSpPr/>
              <p:nvPr/>
            </p:nvCxnSpPr>
            <p:spPr>
              <a:xfrm rot="10800000">
                <a:off x="8473109" y="2041771"/>
                <a:ext cx="21900" cy="66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8" name="Google Shape;2565;p74">
                <a:extLst>
                  <a:ext uri="{FF2B5EF4-FFF2-40B4-BE49-F238E27FC236}">
                    <a16:creationId xmlns:a16="http://schemas.microsoft.com/office/drawing/2014/main" id="{7B8BB5E5-2F16-D4B6-B430-2915FDEC364D}"/>
                  </a:ext>
                </a:extLst>
              </p:cNvPr>
              <p:cNvSpPr/>
              <p:nvPr/>
            </p:nvSpPr>
            <p:spPr>
              <a:xfrm>
                <a:off x="8144493" y="1954741"/>
                <a:ext cx="31810" cy="786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2" fill="none" extrusionOk="0">
                    <a:moveTo>
                      <a:pt x="54" y="0"/>
                    </a:moveTo>
                    <a:cubicBezTo>
                      <a:pt x="39" y="66"/>
                      <a:pt x="11" y="85"/>
                      <a:pt x="11" y="85"/>
                    </a:cubicBezTo>
                    <a:cubicBezTo>
                      <a:pt x="11" y="85"/>
                      <a:pt x="-5" y="98"/>
                      <a:pt x="1" y="113"/>
                    </a:cubicBezTo>
                    <a:cubicBezTo>
                      <a:pt x="8" y="129"/>
                      <a:pt x="18" y="123"/>
                      <a:pt x="32" y="132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1425" rIns="91075" bIns="1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2566;p74">
                <a:extLst>
                  <a:ext uri="{FF2B5EF4-FFF2-40B4-BE49-F238E27FC236}">
                    <a16:creationId xmlns:a16="http://schemas.microsoft.com/office/drawing/2014/main" id="{745B56FC-94C5-2869-A3BC-2EE0AB02677E}"/>
                  </a:ext>
                </a:extLst>
              </p:cNvPr>
              <p:cNvSpPr/>
              <p:nvPr/>
            </p:nvSpPr>
            <p:spPr>
              <a:xfrm>
                <a:off x="8184706" y="2027964"/>
                <a:ext cx="7803" cy="3001"/>
              </a:xfrm>
              <a:custGeom>
                <a:avLst/>
                <a:gdLst/>
                <a:ahLst/>
                <a:cxnLst/>
                <a:rect l="l" t="t" r="r" b="b"/>
                <a:pathLst>
                  <a:path w="14" h="6" fill="none" extrusionOk="0">
                    <a:moveTo>
                      <a:pt x="0" y="1"/>
                    </a:moveTo>
                    <a:cubicBezTo>
                      <a:pt x="0" y="1"/>
                      <a:pt x="3" y="-1"/>
                      <a:pt x="6" y="1"/>
                    </a:cubicBezTo>
                    <a:cubicBezTo>
                      <a:pt x="11" y="3"/>
                      <a:pt x="14" y="6"/>
                      <a:pt x="14" y="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2567;p74">
                <a:extLst>
                  <a:ext uri="{FF2B5EF4-FFF2-40B4-BE49-F238E27FC236}">
                    <a16:creationId xmlns:a16="http://schemas.microsoft.com/office/drawing/2014/main" id="{B2AB6569-7F2D-C68D-6931-244949605858}"/>
                  </a:ext>
                </a:extLst>
              </p:cNvPr>
              <p:cNvSpPr/>
              <p:nvPr/>
            </p:nvSpPr>
            <p:spPr>
              <a:xfrm>
                <a:off x="8203912" y="2009358"/>
                <a:ext cx="6002" cy="24008"/>
              </a:xfrm>
              <a:custGeom>
                <a:avLst/>
                <a:gdLst/>
                <a:ahLst/>
                <a:cxnLst/>
                <a:rect l="l" t="t" r="r" b="b"/>
                <a:pathLst>
                  <a:path w="11" h="41" fill="none" extrusionOk="0">
                    <a:moveTo>
                      <a:pt x="0" y="0"/>
                    </a:moveTo>
                    <a:cubicBezTo>
                      <a:pt x="0" y="0"/>
                      <a:pt x="23" y="16"/>
                      <a:pt x="3" y="4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2568;p74">
                <a:extLst>
                  <a:ext uri="{FF2B5EF4-FFF2-40B4-BE49-F238E27FC236}">
                    <a16:creationId xmlns:a16="http://schemas.microsoft.com/office/drawing/2014/main" id="{8DA7AA87-5573-E1A7-2396-1084908E1D03}"/>
                  </a:ext>
                </a:extLst>
              </p:cNvPr>
              <p:cNvSpPr/>
              <p:nvPr/>
            </p:nvSpPr>
            <p:spPr>
              <a:xfrm>
                <a:off x="8082672" y="1682254"/>
                <a:ext cx="566589" cy="475951"/>
              </a:xfrm>
              <a:custGeom>
                <a:avLst/>
                <a:gdLst/>
                <a:ahLst/>
                <a:cxnLst/>
                <a:rect l="l" t="t" r="r" b="b"/>
                <a:pathLst>
                  <a:path w="945" h="794" extrusionOk="0">
                    <a:moveTo>
                      <a:pt x="214" y="197"/>
                    </a:moveTo>
                    <a:cubicBezTo>
                      <a:pt x="214" y="197"/>
                      <a:pt x="69" y="259"/>
                      <a:pt x="13" y="461"/>
                    </a:cubicBezTo>
                    <a:cubicBezTo>
                      <a:pt x="13" y="461"/>
                      <a:pt x="-57" y="219"/>
                      <a:pt x="129" y="80"/>
                    </a:cubicBezTo>
                    <a:cubicBezTo>
                      <a:pt x="314" y="-59"/>
                      <a:pt x="419" y="24"/>
                      <a:pt x="419" y="24"/>
                    </a:cubicBezTo>
                    <a:cubicBezTo>
                      <a:pt x="419" y="24"/>
                      <a:pt x="780" y="-94"/>
                      <a:pt x="900" y="254"/>
                    </a:cubicBezTo>
                    <a:cubicBezTo>
                      <a:pt x="1022" y="602"/>
                      <a:pt x="878" y="723"/>
                      <a:pt x="699" y="794"/>
                    </a:cubicBezTo>
                    <a:lnTo>
                      <a:pt x="689" y="610"/>
                    </a:lnTo>
                    <a:cubicBezTo>
                      <a:pt x="689" y="610"/>
                      <a:pt x="772" y="636"/>
                      <a:pt x="772" y="510"/>
                    </a:cubicBezTo>
                    <a:cubicBezTo>
                      <a:pt x="772" y="419"/>
                      <a:pt x="716" y="397"/>
                      <a:pt x="672" y="408"/>
                    </a:cubicBezTo>
                    <a:cubicBezTo>
                      <a:pt x="672" y="408"/>
                      <a:pt x="635" y="412"/>
                      <a:pt x="627" y="457"/>
                    </a:cubicBezTo>
                    <a:cubicBezTo>
                      <a:pt x="622" y="479"/>
                      <a:pt x="625" y="482"/>
                      <a:pt x="604" y="476"/>
                    </a:cubicBezTo>
                    <a:cubicBezTo>
                      <a:pt x="458" y="438"/>
                      <a:pt x="350" y="349"/>
                      <a:pt x="214" y="1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2569;p74">
                <a:extLst>
                  <a:ext uri="{FF2B5EF4-FFF2-40B4-BE49-F238E27FC236}">
                    <a16:creationId xmlns:a16="http://schemas.microsoft.com/office/drawing/2014/main" id="{BEADFEFF-6F11-4801-7B8D-FCCEDA93D95B}"/>
                  </a:ext>
                </a:extLst>
              </p:cNvPr>
              <p:cNvSpPr/>
              <p:nvPr/>
            </p:nvSpPr>
            <p:spPr>
              <a:xfrm>
                <a:off x="8094676" y="2071178"/>
                <a:ext cx="118239" cy="119438"/>
              </a:xfrm>
              <a:custGeom>
                <a:avLst/>
                <a:gdLst/>
                <a:ahLst/>
                <a:cxnLst/>
                <a:rect l="l" t="t" r="r" b="b"/>
                <a:pathLst>
                  <a:path w="198" h="200" fill="none" extrusionOk="0">
                    <a:moveTo>
                      <a:pt x="0" y="0"/>
                    </a:moveTo>
                    <a:cubicBezTo>
                      <a:pt x="0" y="0"/>
                      <a:pt x="1" y="187"/>
                      <a:pt x="198" y="20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25900" rIns="91075" bIns="259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2570;p74">
                <a:extLst>
                  <a:ext uri="{FF2B5EF4-FFF2-40B4-BE49-F238E27FC236}">
                    <a16:creationId xmlns:a16="http://schemas.microsoft.com/office/drawing/2014/main" id="{3B75AF20-92C3-B022-61A0-CC287570AEEC}"/>
                  </a:ext>
                </a:extLst>
              </p:cNvPr>
              <p:cNvSpPr/>
              <p:nvPr/>
            </p:nvSpPr>
            <p:spPr>
              <a:xfrm>
                <a:off x="7715951" y="2118593"/>
                <a:ext cx="1458485" cy="1104956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1842" extrusionOk="0">
                    <a:moveTo>
                      <a:pt x="1404" y="363"/>
                    </a:moveTo>
                    <a:cubicBezTo>
                      <a:pt x="1404" y="363"/>
                      <a:pt x="1936" y="379"/>
                      <a:pt x="2216" y="874"/>
                    </a:cubicBezTo>
                    <a:cubicBezTo>
                      <a:pt x="2579" y="1517"/>
                      <a:pt x="2533" y="1886"/>
                      <a:pt x="1687" y="1837"/>
                    </a:cubicBezTo>
                    <a:cubicBezTo>
                      <a:pt x="1679" y="1837"/>
                      <a:pt x="1651" y="1629"/>
                      <a:pt x="1687" y="1462"/>
                    </a:cubicBezTo>
                    <a:cubicBezTo>
                      <a:pt x="1694" y="1435"/>
                      <a:pt x="1832" y="1379"/>
                      <a:pt x="1832" y="1379"/>
                    </a:cubicBezTo>
                    <a:cubicBezTo>
                      <a:pt x="1786" y="1308"/>
                      <a:pt x="1692" y="1173"/>
                      <a:pt x="1687" y="1173"/>
                    </a:cubicBezTo>
                    <a:cubicBezTo>
                      <a:pt x="1674" y="1172"/>
                      <a:pt x="1581" y="1724"/>
                      <a:pt x="1568" y="1724"/>
                    </a:cubicBezTo>
                    <a:lnTo>
                      <a:pt x="602" y="1723"/>
                    </a:lnTo>
                    <a:cubicBezTo>
                      <a:pt x="602" y="1723"/>
                      <a:pt x="575" y="1384"/>
                      <a:pt x="515" y="1205"/>
                    </a:cubicBezTo>
                    <a:cubicBezTo>
                      <a:pt x="497" y="1153"/>
                      <a:pt x="484" y="1115"/>
                      <a:pt x="476" y="1101"/>
                    </a:cubicBezTo>
                    <a:cubicBezTo>
                      <a:pt x="476" y="1101"/>
                      <a:pt x="-69" y="1469"/>
                      <a:pt x="7" y="779"/>
                    </a:cubicBezTo>
                    <a:cubicBezTo>
                      <a:pt x="64" y="263"/>
                      <a:pt x="379" y="0"/>
                      <a:pt x="379" y="0"/>
                    </a:cubicBezTo>
                    <a:cubicBezTo>
                      <a:pt x="379" y="0"/>
                      <a:pt x="522" y="48"/>
                      <a:pt x="670" y="130"/>
                    </a:cubicBezTo>
                    <a:cubicBezTo>
                      <a:pt x="670" y="130"/>
                      <a:pt x="665" y="246"/>
                      <a:pt x="670" y="342"/>
                    </a:cubicBezTo>
                    <a:cubicBezTo>
                      <a:pt x="670" y="342"/>
                      <a:pt x="792" y="349"/>
                      <a:pt x="854" y="352"/>
                    </a:cubicBezTo>
                    <a:cubicBezTo>
                      <a:pt x="854" y="352"/>
                      <a:pt x="777" y="169"/>
                      <a:pt x="896" y="151"/>
                    </a:cubicBezTo>
                    <a:cubicBezTo>
                      <a:pt x="1015" y="134"/>
                      <a:pt x="1210" y="162"/>
                      <a:pt x="1313" y="149"/>
                    </a:cubicBezTo>
                    <a:cubicBezTo>
                      <a:pt x="1412" y="137"/>
                      <a:pt x="1409" y="216"/>
                      <a:pt x="1404" y="3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2571;p74">
                <a:extLst>
                  <a:ext uri="{FF2B5EF4-FFF2-40B4-BE49-F238E27FC236}">
                    <a16:creationId xmlns:a16="http://schemas.microsoft.com/office/drawing/2014/main" id="{A78E2280-59F4-357F-3438-7E59FA2CC1EF}"/>
                  </a:ext>
                </a:extLst>
              </p:cNvPr>
              <p:cNvSpPr/>
              <p:nvPr/>
            </p:nvSpPr>
            <p:spPr>
              <a:xfrm>
                <a:off x="8374969" y="2707981"/>
                <a:ext cx="16806" cy="162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29" y="14"/>
                    </a:moveTo>
                    <a:cubicBezTo>
                      <a:pt x="29" y="22"/>
                      <a:pt x="24" y="28"/>
                      <a:pt x="15" y="28"/>
                    </a:cubicBezTo>
                    <a:cubicBezTo>
                      <a:pt x="7" y="28"/>
                      <a:pt x="0" y="22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24" y="0"/>
                      <a:pt x="29" y="6"/>
                      <a:pt x="29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2572;p74">
                <a:extLst>
                  <a:ext uri="{FF2B5EF4-FFF2-40B4-BE49-F238E27FC236}">
                    <a16:creationId xmlns:a16="http://schemas.microsoft.com/office/drawing/2014/main" id="{2314088B-0F6E-00C4-B27A-AC41C63C32A8}"/>
                  </a:ext>
                </a:extLst>
              </p:cNvPr>
              <p:cNvSpPr/>
              <p:nvPr/>
            </p:nvSpPr>
            <p:spPr>
              <a:xfrm>
                <a:off x="8173902" y="2707981"/>
                <a:ext cx="16806" cy="162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29" y="14"/>
                    </a:moveTo>
                    <a:cubicBezTo>
                      <a:pt x="29" y="22"/>
                      <a:pt x="22" y="28"/>
                      <a:pt x="14" y="28"/>
                    </a:cubicBezTo>
                    <a:cubicBezTo>
                      <a:pt x="6" y="28"/>
                      <a:pt x="0" y="22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9" y="6"/>
                      <a:pt x="29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2573;p74">
                <a:extLst>
                  <a:ext uri="{FF2B5EF4-FFF2-40B4-BE49-F238E27FC236}">
                    <a16:creationId xmlns:a16="http://schemas.microsoft.com/office/drawing/2014/main" id="{82597A90-4331-F1F6-E213-A948CC91AE88}"/>
                  </a:ext>
                </a:extLst>
              </p:cNvPr>
              <p:cNvSpPr/>
              <p:nvPr/>
            </p:nvSpPr>
            <p:spPr>
              <a:xfrm>
                <a:off x="8474602" y="2843624"/>
                <a:ext cx="16806" cy="168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9" y="15"/>
                    </a:moveTo>
                    <a:cubicBezTo>
                      <a:pt x="29" y="22"/>
                      <a:pt x="24" y="29"/>
                      <a:pt x="15" y="29"/>
                    </a:cubicBezTo>
                    <a:cubicBezTo>
                      <a:pt x="7" y="29"/>
                      <a:pt x="0" y="23"/>
                      <a:pt x="0" y="15"/>
                    </a:cubicBezTo>
                    <a:cubicBezTo>
                      <a:pt x="0" y="8"/>
                      <a:pt x="6" y="0"/>
                      <a:pt x="15" y="0"/>
                    </a:cubicBezTo>
                    <a:cubicBezTo>
                      <a:pt x="23" y="0"/>
                      <a:pt x="29" y="7"/>
                      <a:pt x="29" y="15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2574;p74">
                <a:extLst>
                  <a:ext uri="{FF2B5EF4-FFF2-40B4-BE49-F238E27FC236}">
                    <a16:creationId xmlns:a16="http://schemas.microsoft.com/office/drawing/2014/main" id="{11B3F1D5-909F-6C34-BB85-382A5A3FACB2}"/>
                  </a:ext>
                </a:extLst>
              </p:cNvPr>
              <p:cNvSpPr/>
              <p:nvPr/>
            </p:nvSpPr>
            <p:spPr>
              <a:xfrm>
                <a:off x="8274136" y="2843624"/>
                <a:ext cx="17406" cy="16805"/>
              </a:xfrm>
              <a:custGeom>
                <a:avLst/>
                <a:gdLst/>
                <a:ahLst/>
                <a:cxnLst/>
                <a:rect l="l" t="t" r="r" b="b"/>
                <a:pathLst>
                  <a:path w="30" h="29" extrusionOk="0">
                    <a:moveTo>
                      <a:pt x="30" y="15"/>
                    </a:moveTo>
                    <a:cubicBezTo>
                      <a:pt x="30" y="22"/>
                      <a:pt x="23" y="29"/>
                      <a:pt x="15" y="29"/>
                    </a:cubicBezTo>
                    <a:cubicBezTo>
                      <a:pt x="7" y="29"/>
                      <a:pt x="0" y="23"/>
                      <a:pt x="0" y="15"/>
                    </a:cubicBezTo>
                    <a:cubicBezTo>
                      <a:pt x="0" y="8"/>
                      <a:pt x="7" y="0"/>
                      <a:pt x="15" y="0"/>
                    </a:cubicBezTo>
                    <a:cubicBezTo>
                      <a:pt x="23" y="0"/>
                      <a:pt x="30" y="7"/>
                      <a:pt x="30" y="15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2575;p74">
                <a:extLst>
                  <a:ext uri="{FF2B5EF4-FFF2-40B4-BE49-F238E27FC236}">
                    <a16:creationId xmlns:a16="http://schemas.microsoft.com/office/drawing/2014/main" id="{45725603-0C09-C54D-52BB-392F991AA581}"/>
                  </a:ext>
                </a:extLst>
              </p:cNvPr>
              <p:cNvSpPr/>
              <p:nvPr/>
            </p:nvSpPr>
            <p:spPr>
              <a:xfrm>
                <a:off x="8575435" y="2979867"/>
                <a:ext cx="16806" cy="162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29" y="14"/>
                    </a:moveTo>
                    <a:cubicBezTo>
                      <a:pt x="29" y="16"/>
                      <a:pt x="28" y="19"/>
                      <a:pt x="27" y="21"/>
                    </a:cubicBezTo>
                    <a:cubicBezTo>
                      <a:pt x="26" y="23"/>
                      <a:pt x="25" y="25"/>
                      <a:pt x="22" y="26"/>
                    </a:cubicBezTo>
                    <a:cubicBezTo>
                      <a:pt x="20" y="27"/>
                      <a:pt x="17" y="28"/>
                      <a:pt x="14" y="28"/>
                    </a:cubicBezTo>
                    <a:cubicBezTo>
                      <a:pt x="12" y="28"/>
                      <a:pt x="9" y="27"/>
                      <a:pt x="7" y="26"/>
                    </a:cubicBezTo>
                    <a:cubicBezTo>
                      <a:pt x="5" y="25"/>
                      <a:pt x="4" y="23"/>
                      <a:pt x="2" y="21"/>
                    </a:cubicBezTo>
                    <a:cubicBezTo>
                      <a:pt x="1" y="19"/>
                      <a:pt x="0" y="16"/>
                      <a:pt x="0" y="14"/>
                    </a:cubicBezTo>
                    <a:cubicBezTo>
                      <a:pt x="0" y="11"/>
                      <a:pt x="0" y="9"/>
                      <a:pt x="2" y="7"/>
                    </a:cubicBezTo>
                    <a:cubicBezTo>
                      <a:pt x="3" y="5"/>
                      <a:pt x="5" y="4"/>
                      <a:pt x="7" y="2"/>
                    </a:cubicBezTo>
                    <a:cubicBezTo>
                      <a:pt x="9" y="1"/>
                      <a:pt x="12" y="0"/>
                      <a:pt x="14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5" y="4"/>
                      <a:pt x="26" y="5"/>
                      <a:pt x="27" y="7"/>
                    </a:cubicBezTo>
                    <a:cubicBezTo>
                      <a:pt x="28" y="9"/>
                      <a:pt x="29" y="11"/>
                      <a:pt x="29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2576;p74">
                <a:extLst>
                  <a:ext uri="{FF2B5EF4-FFF2-40B4-BE49-F238E27FC236}">
                    <a16:creationId xmlns:a16="http://schemas.microsoft.com/office/drawing/2014/main" id="{193F1DE7-CC6E-E8FC-89B8-67A8530FB223}"/>
                  </a:ext>
                </a:extLst>
              </p:cNvPr>
              <p:cNvSpPr/>
              <p:nvPr/>
            </p:nvSpPr>
            <p:spPr>
              <a:xfrm>
                <a:off x="8374969" y="2979867"/>
                <a:ext cx="16806" cy="162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29" y="14"/>
                    </a:moveTo>
                    <a:cubicBezTo>
                      <a:pt x="29" y="22"/>
                      <a:pt x="24" y="28"/>
                      <a:pt x="15" y="28"/>
                    </a:cubicBezTo>
                    <a:cubicBezTo>
                      <a:pt x="7" y="28"/>
                      <a:pt x="0" y="22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24" y="0"/>
                      <a:pt x="29" y="6"/>
                      <a:pt x="29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2577;p74">
                <a:extLst>
                  <a:ext uri="{FF2B5EF4-FFF2-40B4-BE49-F238E27FC236}">
                    <a16:creationId xmlns:a16="http://schemas.microsoft.com/office/drawing/2014/main" id="{5A2F4D52-00EA-B8F9-8570-C8276300342D}"/>
                  </a:ext>
                </a:extLst>
              </p:cNvPr>
              <p:cNvSpPr/>
              <p:nvPr/>
            </p:nvSpPr>
            <p:spPr>
              <a:xfrm>
                <a:off x="8173902" y="2979867"/>
                <a:ext cx="16806" cy="162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29" y="14"/>
                    </a:moveTo>
                    <a:cubicBezTo>
                      <a:pt x="29" y="22"/>
                      <a:pt x="22" y="28"/>
                      <a:pt x="14" y="28"/>
                    </a:cubicBezTo>
                    <a:cubicBezTo>
                      <a:pt x="6" y="28"/>
                      <a:pt x="0" y="22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9" y="6"/>
                      <a:pt x="29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2578;p74">
                <a:extLst>
                  <a:ext uri="{FF2B5EF4-FFF2-40B4-BE49-F238E27FC236}">
                    <a16:creationId xmlns:a16="http://schemas.microsoft.com/office/drawing/2014/main" id="{C62EEE07-1701-7603-3E1A-1EB5B6465E65}"/>
                  </a:ext>
                </a:extLst>
              </p:cNvPr>
              <p:cNvSpPr/>
              <p:nvPr/>
            </p:nvSpPr>
            <p:spPr>
              <a:xfrm>
                <a:off x="8474602" y="3115510"/>
                <a:ext cx="16806" cy="16805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9" y="14"/>
                    </a:moveTo>
                    <a:cubicBezTo>
                      <a:pt x="29" y="22"/>
                      <a:pt x="24" y="29"/>
                      <a:pt x="15" y="29"/>
                    </a:cubicBezTo>
                    <a:cubicBezTo>
                      <a:pt x="7" y="29"/>
                      <a:pt x="0" y="22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24" y="0"/>
                      <a:pt x="29" y="6"/>
                      <a:pt x="29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2579;p74">
                <a:extLst>
                  <a:ext uri="{FF2B5EF4-FFF2-40B4-BE49-F238E27FC236}">
                    <a16:creationId xmlns:a16="http://schemas.microsoft.com/office/drawing/2014/main" id="{67A0611D-AB58-2FAA-086D-3E5B137C6E88}"/>
                  </a:ext>
                </a:extLst>
              </p:cNvPr>
              <p:cNvSpPr/>
              <p:nvPr/>
            </p:nvSpPr>
            <p:spPr>
              <a:xfrm>
                <a:off x="8274136" y="3115510"/>
                <a:ext cx="17406" cy="16805"/>
              </a:xfrm>
              <a:custGeom>
                <a:avLst/>
                <a:gdLst/>
                <a:ahLst/>
                <a:cxnLst/>
                <a:rect l="l" t="t" r="r" b="b"/>
                <a:pathLst>
                  <a:path w="30" h="29" extrusionOk="0">
                    <a:moveTo>
                      <a:pt x="30" y="14"/>
                    </a:moveTo>
                    <a:cubicBezTo>
                      <a:pt x="30" y="22"/>
                      <a:pt x="23" y="29"/>
                      <a:pt x="15" y="29"/>
                    </a:cubicBezTo>
                    <a:cubicBezTo>
                      <a:pt x="7" y="29"/>
                      <a:pt x="0" y="22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23" y="0"/>
                      <a:pt x="30" y="6"/>
                      <a:pt x="30" y="14"/>
                    </a:cubicBezTo>
                    <a:close/>
                  </a:path>
                </a:pathLst>
              </a:custGeom>
              <a:solidFill>
                <a:srgbClr val="FFCB1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" name="Google Shape;2580;p74">
                <a:extLst>
                  <a:ext uri="{FF2B5EF4-FFF2-40B4-BE49-F238E27FC236}">
                    <a16:creationId xmlns:a16="http://schemas.microsoft.com/office/drawing/2014/main" id="{89EAE79F-6A65-1896-4D34-D4131EC6CAAC}"/>
                  </a:ext>
                </a:extLst>
              </p:cNvPr>
              <p:cNvGrpSpPr/>
              <p:nvPr/>
            </p:nvGrpSpPr>
            <p:grpSpPr>
              <a:xfrm>
                <a:off x="7772970" y="2165408"/>
                <a:ext cx="1320437" cy="966908"/>
                <a:chOff x="3040032" y="2959397"/>
                <a:chExt cx="2330457" cy="1706509"/>
              </a:xfrm>
            </p:grpSpPr>
            <p:sp>
              <p:nvSpPr>
                <p:cNvPr id="130" name="Google Shape;2581;p74">
                  <a:extLst>
                    <a:ext uri="{FF2B5EF4-FFF2-40B4-BE49-F238E27FC236}">
                      <a16:creationId xmlns:a16="http://schemas.microsoft.com/office/drawing/2014/main" id="{9C4B2A84-F24C-AF51-63C1-59F70C736BA3}"/>
                    </a:ext>
                  </a:extLst>
                </p:cNvPr>
                <p:cNvSpPr/>
                <p:nvPr/>
              </p:nvSpPr>
              <p:spPr>
                <a:xfrm>
                  <a:off x="3393837" y="2959397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2"/>
                        <a:pt x="29" y="8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2582;p74">
                  <a:extLst>
                    <a:ext uri="{FF2B5EF4-FFF2-40B4-BE49-F238E27FC236}">
                      <a16:creationId xmlns:a16="http://schemas.microsoft.com/office/drawing/2014/main" id="{F309E9D5-C16C-B010-8B16-2184AA0536EB}"/>
                    </a:ext>
                  </a:extLst>
                </p:cNvPr>
                <p:cNvSpPr/>
                <p:nvPr/>
              </p:nvSpPr>
              <p:spPr>
                <a:xfrm>
                  <a:off x="4278352" y="3198795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5"/>
                      </a:moveTo>
                      <a:cubicBezTo>
                        <a:pt x="29" y="22"/>
                        <a:pt x="24" y="29"/>
                        <a:pt x="15" y="29"/>
                      </a:cubicBezTo>
                      <a:cubicBezTo>
                        <a:pt x="7" y="29"/>
                        <a:pt x="0" y="23"/>
                        <a:pt x="0" y="15"/>
                      </a:cubicBezTo>
                      <a:cubicBezTo>
                        <a:pt x="0" y="8"/>
                        <a:pt x="7" y="0"/>
                        <a:pt x="15" y="0"/>
                      </a:cubicBezTo>
                      <a:cubicBezTo>
                        <a:pt x="24" y="0"/>
                        <a:pt x="29" y="7"/>
                        <a:pt x="29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2583;p74">
                  <a:extLst>
                    <a:ext uri="{FF2B5EF4-FFF2-40B4-BE49-F238E27FC236}">
                      <a16:creationId xmlns:a16="http://schemas.microsoft.com/office/drawing/2014/main" id="{32365A03-866A-268A-7DA7-42503E79490A}"/>
                    </a:ext>
                  </a:extLst>
                </p:cNvPr>
                <p:cNvSpPr/>
                <p:nvPr/>
              </p:nvSpPr>
              <p:spPr>
                <a:xfrm>
                  <a:off x="3924546" y="3198795"/>
                  <a:ext cx="3072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9" extrusionOk="0">
                      <a:moveTo>
                        <a:pt x="30" y="15"/>
                      </a:moveTo>
                      <a:cubicBezTo>
                        <a:pt x="30" y="22"/>
                        <a:pt x="23" y="29"/>
                        <a:pt x="15" y="29"/>
                      </a:cubicBezTo>
                      <a:cubicBezTo>
                        <a:pt x="7" y="29"/>
                        <a:pt x="0" y="23"/>
                        <a:pt x="0" y="15"/>
                      </a:cubicBezTo>
                      <a:cubicBezTo>
                        <a:pt x="0" y="8"/>
                        <a:pt x="7" y="0"/>
                        <a:pt x="15" y="0"/>
                      </a:cubicBezTo>
                      <a:cubicBezTo>
                        <a:pt x="23" y="0"/>
                        <a:pt x="30" y="7"/>
                        <a:pt x="30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2584;p74">
                  <a:extLst>
                    <a:ext uri="{FF2B5EF4-FFF2-40B4-BE49-F238E27FC236}">
                      <a16:creationId xmlns:a16="http://schemas.microsoft.com/office/drawing/2014/main" id="{C5EF2EB9-04F3-57E4-417B-5DA3EDB29A9B}"/>
                    </a:ext>
                  </a:extLst>
                </p:cNvPr>
                <p:cNvSpPr/>
                <p:nvPr/>
              </p:nvSpPr>
              <p:spPr>
                <a:xfrm>
                  <a:off x="3571800" y="3198795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5"/>
                      </a:moveTo>
                      <a:cubicBezTo>
                        <a:pt x="29" y="22"/>
                        <a:pt x="22" y="29"/>
                        <a:pt x="14" y="29"/>
                      </a:cubicBezTo>
                      <a:cubicBezTo>
                        <a:pt x="6" y="29"/>
                        <a:pt x="0" y="23"/>
                        <a:pt x="0" y="15"/>
                      </a:cubicBezTo>
                      <a:cubicBezTo>
                        <a:pt x="0" y="8"/>
                        <a:pt x="6" y="0"/>
                        <a:pt x="14" y="0"/>
                      </a:cubicBezTo>
                      <a:cubicBezTo>
                        <a:pt x="22" y="0"/>
                        <a:pt x="29" y="7"/>
                        <a:pt x="29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" name="Google Shape;2585;p74">
                  <a:extLst>
                    <a:ext uri="{FF2B5EF4-FFF2-40B4-BE49-F238E27FC236}">
                      <a16:creationId xmlns:a16="http://schemas.microsoft.com/office/drawing/2014/main" id="{FD4BB9F1-B978-F013-8C5B-10DFAA82F618}"/>
                    </a:ext>
                  </a:extLst>
                </p:cNvPr>
                <p:cNvSpPr/>
                <p:nvPr/>
              </p:nvSpPr>
              <p:spPr>
                <a:xfrm>
                  <a:off x="3215875" y="3198795"/>
                  <a:ext cx="3072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9" extrusionOk="0">
                      <a:moveTo>
                        <a:pt x="30" y="15"/>
                      </a:moveTo>
                      <a:cubicBezTo>
                        <a:pt x="30" y="22"/>
                        <a:pt x="23" y="29"/>
                        <a:pt x="15" y="29"/>
                      </a:cubicBezTo>
                      <a:cubicBezTo>
                        <a:pt x="7" y="29"/>
                        <a:pt x="0" y="23"/>
                        <a:pt x="0" y="15"/>
                      </a:cubicBezTo>
                      <a:cubicBezTo>
                        <a:pt x="0" y="8"/>
                        <a:pt x="7" y="0"/>
                        <a:pt x="15" y="0"/>
                      </a:cubicBezTo>
                      <a:cubicBezTo>
                        <a:pt x="23" y="0"/>
                        <a:pt x="30" y="7"/>
                        <a:pt x="30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" name="Google Shape;2586;p74">
                  <a:extLst>
                    <a:ext uri="{FF2B5EF4-FFF2-40B4-BE49-F238E27FC236}">
                      <a16:creationId xmlns:a16="http://schemas.microsoft.com/office/drawing/2014/main" id="{F08743E8-7A38-3574-373B-96F7199A77F8}"/>
                    </a:ext>
                  </a:extLst>
                </p:cNvPr>
                <p:cNvSpPr/>
                <p:nvPr/>
              </p:nvSpPr>
              <p:spPr>
                <a:xfrm>
                  <a:off x="4809060" y="3439253"/>
                  <a:ext cx="3072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8" extrusionOk="0">
                      <a:moveTo>
                        <a:pt x="30" y="14"/>
                      </a:moveTo>
                      <a:cubicBezTo>
                        <a:pt x="30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Google Shape;2587;p74">
                  <a:extLst>
                    <a:ext uri="{FF2B5EF4-FFF2-40B4-BE49-F238E27FC236}">
                      <a16:creationId xmlns:a16="http://schemas.microsoft.com/office/drawing/2014/main" id="{E6608537-2062-C2A3-7AAD-1944B005863C}"/>
                    </a:ext>
                  </a:extLst>
                </p:cNvPr>
                <p:cNvSpPr/>
                <p:nvPr/>
              </p:nvSpPr>
              <p:spPr>
                <a:xfrm>
                  <a:off x="4456314" y="3439253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22"/>
                        <a:pt x="22" y="28"/>
                        <a:pt x="14" y="28"/>
                      </a:cubicBez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2588;p74">
                  <a:extLst>
                    <a:ext uri="{FF2B5EF4-FFF2-40B4-BE49-F238E27FC236}">
                      <a16:creationId xmlns:a16="http://schemas.microsoft.com/office/drawing/2014/main" id="{C8D11F37-5103-62DF-548B-8323D40B559F}"/>
                    </a:ext>
                  </a:extLst>
                </p:cNvPr>
                <p:cNvSpPr/>
                <p:nvPr/>
              </p:nvSpPr>
              <p:spPr>
                <a:xfrm>
                  <a:off x="4102508" y="3439253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22"/>
                        <a:pt x="24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4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2589;p74">
                  <a:extLst>
                    <a:ext uri="{FF2B5EF4-FFF2-40B4-BE49-F238E27FC236}">
                      <a16:creationId xmlns:a16="http://schemas.microsoft.com/office/drawing/2014/main" id="{14A07E80-9434-3EB6-26A1-F0180D9FB9C8}"/>
                    </a:ext>
                  </a:extLst>
                </p:cNvPr>
                <p:cNvSpPr/>
                <p:nvPr/>
              </p:nvSpPr>
              <p:spPr>
                <a:xfrm>
                  <a:off x="3747643" y="3439253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22"/>
                        <a:pt x="22" y="28"/>
                        <a:pt x="14" y="28"/>
                      </a:cubicBez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" name="Google Shape;2590;p74">
                  <a:extLst>
                    <a:ext uri="{FF2B5EF4-FFF2-40B4-BE49-F238E27FC236}">
                      <a16:creationId xmlns:a16="http://schemas.microsoft.com/office/drawing/2014/main" id="{56563A60-B7CF-761B-A882-F359C0B14026}"/>
                    </a:ext>
                  </a:extLst>
                </p:cNvPr>
                <p:cNvSpPr/>
                <p:nvPr/>
              </p:nvSpPr>
              <p:spPr>
                <a:xfrm>
                  <a:off x="3393837" y="3439253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" name="Google Shape;2591;p74">
                  <a:extLst>
                    <a:ext uri="{FF2B5EF4-FFF2-40B4-BE49-F238E27FC236}">
                      <a16:creationId xmlns:a16="http://schemas.microsoft.com/office/drawing/2014/main" id="{6BFD589A-7B1F-ADF1-B036-97752AAC99B9}"/>
                    </a:ext>
                  </a:extLst>
                </p:cNvPr>
                <p:cNvSpPr/>
                <p:nvPr/>
              </p:nvSpPr>
              <p:spPr>
                <a:xfrm>
                  <a:off x="3040032" y="3439253"/>
                  <a:ext cx="3072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8" extrusionOk="0">
                      <a:moveTo>
                        <a:pt x="30" y="14"/>
                      </a:moveTo>
                      <a:cubicBezTo>
                        <a:pt x="30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" name="Google Shape;2592;p74">
                  <a:extLst>
                    <a:ext uri="{FF2B5EF4-FFF2-40B4-BE49-F238E27FC236}">
                      <a16:creationId xmlns:a16="http://schemas.microsoft.com/office/drawing/2014/main" id="{2E90F2D9-5EFF-93B7-E17E-330D0034265D}"/>
                    </a:ext>
                  </a:extLst>
                </p:cNvPr>
                <p:cNvSpPr/>
                <p:nvPr/>
              </p:nvSpPr>
              <p:spPr>
                <a:xfrm>
                  <a:off x="4987023" y="3678651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4"/>
                      </a:moveTo>
                      <a:cubicBezTo>
                        <a:pt x="29" y="22"/>
                        <a:pt x="24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5" y="0"/>
                      </a:cubicBezTo>
                      <a:cubicBezTo>
                        <a:pt x="23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2593;p74">
                  <a:extLst>
                    <a:ext uri="{FF2B5EF4-FFF2-40B4-BE49-F238E27FC236}">
                      <a16:creationId xmlns:a16="http://schemas.microsoft.com/office/drawing/2014/main" id="{7A6B8394-1DD7-39DD-21B0-72F5F6C36C8A}"/>
                    </a:ext>
                  </a:extLst>
                </p:cNvPr>
                <p:cNvSpPr/>
                <p:nvPr/>
              </p:nvSpPr>
              <p:spPr>
                <a:xfrm>
                  <a:off x="4633217" y="3678651"/>
                  <a:ext cx="3072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9" extrusionOk="0">
                      <a:moveTo>
                        <a:pt x="30" y="14"/>
                      </a:moveTo>
                      <a:cubicBezTo>
                        <a:pt x="30" y="22"/>
                        <a:pt x="23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" name="Google Shape;2594;p74">
                  <a:extLst>
                    <a:ext uri="{FF2B5EF4-FFF2-40B4-BE49-F238E27FC236}">
                      <a16:creationId xmlns:a16="http://schemas.microsoft.com/office/drawing/2014/main" id="{531E1ED3-ADA3-EA51-947D-513AF1534834}"/>
                    </a:ext>
                  </a:extLst>
                </p:cNvPr>
                <p:cNvSpPr/>
                <p:nvPr/>
              </p:nvSpPr>
              <p:spPr>
                <a:xfrm>
                  <a:off x="4278352" y="3678651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4"/>
                      </a:moveTo>
                      <a:cubicBezTo>
                        <a:pt x="29" y="22"/>
                        <a:pt x="24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5" y="0"/>
                      </a:cubicBezTo>
                      <a:cubicBezTo>
                        <a:pt x="23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" name="Google Shape;2595;p74">
                  <a:extLst>
                    <a:ext uri="{FF2B5EF4-FFF2-40B4-BE49-F238E27FC236}">
                      <a16:creationId xmlns:a16="http://schemas.microsoft.com/office/drawing/2014/main" id="{FF8DEA45-9895-A531-6F52-32BEDB210649}"/>
                    </a:ext>
                  </a:extLst>
                </p:cNvPr>
                <p:cNvSpPr/>
                <p:nvPr/>
              </p:nvSpPr>
              <p:spPr>
                <a:xfrm>
                  <a:off x="3924546" y="3678651"/>
                  <a:ext cx="3072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9" extrusionOk="0">
                      <a:moveTo>
                        <a:pt x="30" y="14"/>
                      </a:moveTo>
                      <a:cubicBezTo>
                        <a:pt x="30" y="22"/>
                        <a:pt x="23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2596;p74">
                  <a:extLst>
                    <a:ext uri="{FF2B5EF4-FFF2-40B4-BE49-F238E27FC236}">
                      <a16:creationId xmlns:a16="http://schemas.microsoft.com/office/drawing/2014/main" id="{A56C87B6-8B58-0224-E833-011728C01353}"/>
                    </a:ext>
                  </a:extLst>
                </p:cNvPr>
                <p:cNvSpPr/>
                <p:nvPr/>
              </p:nvSpPr>
              <p:spPr>
                <a:xfrm>
                  <a:off x="3571800" y="3678651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4"/>
                      </a:moveTo>
                      <a:cubicBezTo>
                        <a:pt x="29" y="22"/>
                        <a:pt x="22" y="29"/>
                        <a:pt x="14" y="29"/>
                      </a:cubicBezTo>
                      <a:cubicBezTo>
                        <a:pt x="6" y="29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2597;p74">
                  <a:extLst>
                    <a:ext uri="{FF2B5EF4-FFF2-40B4-BE49-F238E27FC236}">
                      <a16:creationId xmlns:a16="http://schemas.microsoft.com/office/drawing/2014/main" id="{49F43039-3C67-62D3-4F6B-BF38A90A9376}"/>
                    </a:ext>
                  </a:extLst>
                </p:cNvPr>
                <p:cNvSpPr/>
                <p:nvPr/>
              </p:nvSpPr>
              <p:spPr>
                <a:xfrm>
                  <a:off x="3215875" y="3678651"/>
                  <a:ext cx="3072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9" extrusionOk="0">
                      <a:moveTo>
                        <a:pt x="30" y="14"/>
                      </a:moveTo>
                      <a:cubicBezTo>
                        <a:pt x="30" y="22"/>
                        <a:pt x="23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2598;p74">
                  <a:extLst>
                    <a:ext uri="{FF2B5EF4-FFF2-40B4-BE49-F238E27FC236}">
                      <a16:creationId xmlns:a16="http://schemas.microsoft.com/office/drawing/2014/main" id="{8E9A3315-2BAB-6245-EE29-1857E86D06CD}"/>
                    </a:ext>
                  </a:extLst>
                </p:cNvPr>
                <p:cNvSpPr/>
                <p:nvPr/>
              </p:nvSpPr>
              <p:spPr>
                <a:xfrm>
                  <a:off x="5164985" y="3916990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17"/>
                        <a:pt x="28" y="19"/>
                        <a:pt x="27" y="21"/>
                      </a:cubicBezTo>
                      <a:cubicBezTo>
                        <a:pt x="26" y="23"/>
                        <a:pt x="25" y="25"/>
                        <a:pt x="22" y="26"/>
                      </a:cubicBezTo>
                      <a:cubicBezTo>
                        <a:pt x="20" y="28"/>
                        <a:pt x="17" y="28"/>
                        <a:pt x="14" y="28"/>
                      </a:cubicBezTo>
                      <a:cubicBezTo>
                        <a:pt x="12" y="28"/>
                        <a:pt x="9" y="28"/>
                        <a:pt x="7" y="26"/>
                      </a:cubicBezTo>
                      <a:cubicBezTo>
                        <a:pt x="5" y="25"/>
                        <a:pt x="3" y="23"/>
                        <a:pt x="1" y="21"/>
                      </a:cubicBezTo>
                      <a:cubicBezTo>
                        <a:pt x="0" y="19"/>
                        <a:pt x="0" y="17"/>
                        <a:pt x="0" y="14"/>
                      </a:cubicBezTo>
                      <a:cubicBezTo>
                        <a:pt x="0" y="12"/>
                        <a:pt x="0" y="9"/>
                        <a:pt x="1" y="7"/>
                      </a:cubicBezTo>
                      <a:cubicBezTo>
                        <a:pt x="3" y="5"/>
                        <a:pt x="5" y="3"/>
                        <a:pt x="7" y="2"/>
                      </a:cubicBezTo>
                      <a:cubicBezTo>
                        <a:pt x="9" y="1"/>
                        <a:pt x="12" y="0"/>
                        <a:pt x="14" y="0"/>
                      </a:cubicBezTo>
                      <a:cubicBezTo>
                        <a:pt x="17" y="0"/>
                        <a:pt x="20" y="1"/>
                        <a:pt x="22" y="2"/>
                      </a:cubicBezTo>
                      <a:cubicBezTo>
                        <a:pt x="25" y="3"/>
                        <a:pt x="26" y="5"/>
                        <a:pt x="27" y="7"/>
                      </a:cubicBezTo>
                      <a:cubicBezTo>
                        <a:pt x="28" y="9"/>
                        <a:pt x="29" y="12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" name="Google Shape;2599;p74">
                  <a:extLst>
                    <a:ext uri="{FF2B5EF4-FFF2-40B4-BE49-F238E27FC236}">
                      <a16:creationId xmlns:a16="http://schemas.microsoft.com/office/drawing/2014/main" id="{F4CE40F4-65A5-9899-7905-57C5707EA842}"/>
                    </a:ext>
                  </a:extLst>
                </p:cNvPr>
                <p:cNvSpPr/>
                <p:nvPr/>
              </p:nvSpPr>
              <p:spPr>
                <a:xfrm>
                  <a:off x="4809060" y="3916990"/>
                  <a:ext cx="3072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8" extrusionOk="0">
                      <a:moveTo>
                        <a:pt x="30" y="14"/>
                      </a:moveTo>
                      <a:cubicBezTo>
                        <a:pt x="30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2600;p74">
                  <a:extLst>
                    <a:ext uri="{FF2B5EF4-FFF2-40B4-BE49-F238E27FC236}">
                      <a16:creationId xmlns:a16="http://schemas.microsoft.com/office/drawing/2014/main" id="{30FD0157-7D07-065F-EF64-86A6B1A1BB6D}"/>
                    </a:ext>
                  </a:extLst>
                </p:cNvPr>
                <p:cNvSpPr/>
                <p:nvPr/>
              </p:nvSpPr>
              <p:spPr>
                <a:xfrm>
                  <a:off x="4456314" y="3916990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17"/>
                        <a:pt x="28" y="19"/>
                        <a:pt x="27" y="21"/>
                      </a:cubicBezTo>
                      <a:cubicBezTo>
                        <a:pt x="26" y="23"/>
                        <a:pt x="25" y="25"/>
                        <a:pt x="22" y="26"/>
                      </a:cubicBezTo>
                      <a:cubicBezTo>
                        <a:pt x="20" y="28"/>
                        <a:pt x="17" y="28"/>
                        <a:pt x="14" y="28"/>
                      </a:cubicBezTo>
                      <a:cubicBezTo>
                        <a:pt x="12" y="28"/>
                        <a:pt x="9" y="28"/>
                        <a:pt x="7" y="26"/>
                      </a:cubicBezTo>
                      <a:cubicBezTo>
                        <a:pt x="5" y="25"/>
                        <a:pt x="4" y="23"/>
                        <a:pt x="2" y="21"/>
                      </a:cubicBezTo>
                      <a:cubicBezTo>
                        <a:pt x="1" y="19"/>
                        <a:pt x="0" y="17"/>
                        <a:pt x="0" y="14"/>
                      </a:cubicBezTo>
                      <a:cubicBezTo>
                        <a:pt x="0" y="12"/>
                        <a:pt x="0" y="9"/>
                        <a:pt x="2" y="7"/>
                      </a:cubicBezTo>
                      <a:cubicBezTo>
                        <a:pt x="3" y="5"/>
                        <a:pt x="5" y="3"/>
                        <a:pt x="7" y="2"/>
                      </a:cubicBezTo>
                      <a:cubicBezTo>
                        <a:pt x="9" y="1"/>
                        <a:pt x="12" y="0"/>
                        <a:pt x="14" y="0"/>
                      </a:cubicBezTo>
                      <a:cubicBezTo>
                        <a:pt x="17" y="0"/>
                        <a:pt x="20" y="1"/>
                        <a:pt x="22" y="2"/>
                      </a:cubicBezTo>
                      <a:cubicBezTo>
                        <a:pt x="25" y="3"/>
                        <a:pt x="26" y="5"/>
                        <a:pt x="27" y="7"/>
                      </a:cubicBezTo>
                      <a:cubicBezTo>
                        <a:pt x="28" y="9"/>
                        <a:pt x="29" y="12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2601;p74">
                  <a:extLst>
                    <a:ext uri="{FF2B5EF4-FFF2-40B4-BE49-F238E27FC236}">
                      <a16:creationId xmlns:a16="http://schemas.microsoft.com/office/drawing/2014/main" id="{736B4392-0979-403A-2B69-FDD9FF321BD7}"/>
                    </a:ext>
                  </a:extLst>
                </p:cNvPr>
                <p:cNvSpPr/>
                <p:nvPr/>
              </p:nvSpPr>
              <p:spPr>
                <a:xfrm>
                  <a:off x="3393837" y="3916990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2602;p74">
                  <a:extLst>
                    <a:ext uri="{FF2B5EF4-FFF2-40B4-BE49-F238E27FC236}">
                      <a16:creationId xmlns:a16="http://schemas.microsoft.com/office/drawing/2014/main" id="{27012E9D-7EBA-73FB-9AC5-039C5E1A9950}"/>
                    </a:ext>
                  </a:extLst>
                </p:cNvPr>
                <p:cNvSpPr/>
                <p:nvPr/>
              </p:nvSpPr>
              <p:spPr>
                <a:xfrm>
                  <a:off x="3040032" y="3916990"/>
                  <a:ext cx="3072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8" extrusionOk="0">
                      <a:moveTo>
                        <a:pt x="30" y="14"/>
                      </a:moveTo>
                      <a:cubicBezTo>
                        <a:pt x="30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2603;p74">
                  <a:extLst>
                    <a:ext uri="{FF2B5EF4-FFF2-40B4-BE49-F238E27FC236}">
                      <a16:creationId xmlns:a16="http://schemas.microsoft.com/office/drawing/2014/main" id="{AB34B455-73D2-E3F1-CE48-4684B5E8247E}"/>
                    </a:ext>
                  </a:extLst>
                </p:cNvPr>
                <p:cNvSpPr/>
                <p:nvPr/>
              </p:nvSpPr>
              <p:spPr>
                <a:xfrm>
                  <a:off x="5340828" y="4156389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5"/>
                      </a:moveTo>
                      <a:cubicBezTo>
                        <a:pt x="29" y="22"/>
                        <a:pt x="22" y="29"/>
                        <a:pt x="14" y="29"/>
                      </a:cubicBezTo>
                      <a:cubicBezTo>
                        <a:pt x="6" y="29"/>
                        <a:pt x="0" y="23"/>
                        <a:pt x="0" y="15"/>
                      </a:cubicBezTo>
                      <a:cubicBezTo>
                        <a:pt x="0" y="8"/>
                        <a:pt x="6" y="0"/>
                        <a:pt x="14" y="0"/>
                      </a:cubicBezTo>
                      <a:cubicBezTo>
                        <a:pt x="22" y="0"/>
                        <a:pt x="29" y="7"/>
                        <a:pt x="29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2604;p74">
                  <a:extLst>
                    <a:ext uri="{FF2B5EF4-FFF2-40B4-BE49-F238E27FC236}">
                      <a16:creationId xmlns:a16="http://schemas.microsoft.com/office/drawing/2014/main" id="{256F73CC-EF67-6167-952D-5BB0420C76A5}"/>
                    </a:ext>
                  </a:extLst>
                </p:cNvPr>
                <p:cNvSpPr/>
                <p:nvPr/>
              </p:nvSpPr>
              <p:spPr>
                <a:xfrm>
                  <a:off x="4987023" y="4156389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5"/>
                      </a:moveTo>
                      <a:cubicBezTo>
                        <a:pt x="29" y="22"/>
                        <a:pt x="24" y="29"/>
                        <a:pt x="15" y="29"/>
                      </a:cubicBezTo>
                      <a:cubicBezTo>
                        <a:pt x="7" y="29"/>
                        <a:pt x="0" y="23"/>
                        <a:pt x="0" y="15"/>
                      </a:cubicBezTo>
                      <a:cubicBezTo>
                        <a:pt x="0" y="8"/>
                        <a:pt x="6" y="0"/>
                        <a:pt x="15" y="0"/>
                      </a:cubicBezTo>
                      <a:cubicBezTo>
                        <a:pt x="23" y="0"/>
                        <a:pt x="29" y="7"/>
                        <a:pt x="29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" name="Google Shape;2605;p74">
                  <a:extLst>
                    <a:ext uri="{FF2B5EF4-FFF2-40B4-BE49-F238E27FC236}">
                      <a16:creationId xmlns:a16="http://schemas.microsoft.com/office/drawing/2014/main" id="{4B33756F-E519-A067-CC25-353191751B6B}"/>
                    </a:ext>
                  </a:extLst>
                </p:cNvPr>
                <p:cNvSpPr/>
                <p:nvPr/>
              </p:nvSpPr>
              <p:spPr>
                <a:xfrm>
                  <a:off x="4633217" y="4156389"/>
                  <a:ext cx="3072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9" extrusionOk="0">
                      <a:moveTo>
                        <a:pt x="30" y="15"/>
                      </a:moveTo>
                      <a:cubicBezTo>
                        <a:pt x="30" y="22"/>
                        <a:pt x="23" y="29"/>
                        <a:pt x="15" y="29"/>
                      </a:cubicBezTo>
                      <a:cubicBezTo>
                        <a:pt x="7" y="29"/>
                        <a:pt x="0" y="23"/>
                        <a:pt x="0" y="15"/>
                      </a:cubicBezTo>
                      <a:cubicBezTo>
                        <a:pt x="0" y="8"/>
                        <a:pt x="7" y="0"/>
                        <a:pt x="15" y="0"/>
                      </a:cubicBezTo>
                      <a:cubicBezTo>
                        <a:pt x="23" y="0"/>
                        <a:pt x="30" y="7"/>
                        <a:pt x="30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Google Shape;2606;p74">
                  <a:extLst>
                    <a:ext uri="{FF2B5EF4-FFF2-40B4-BE49-F238E27FC236}">
                      <a16:creationId xmlns:a16="http://schemas.microsoft.com/office/drawing/2014/main" id="{7778F8E5-FF6B-376F-50FA-DE981AA62F76}"/>
                    </a:ext>
                  </a:extLst>
                </p:cNvPr>
                <p:cNvSpPr/>
                <p:nvPr/>
              </p:nvSpPr>
              <p:spPr>
                <a:xfrm>
                  <a:off x="3571800" y="4156389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5"/>
                      </a:moveTo>
                      <a:cubicBezTo>
                        <a:pt x="29" y="22"/>
                        <a:pt x="22" y="29"/>
                        <a:pt x="14" y="29"/>
                      </a:cubicBezTo>
                      <a:cubicBezTo>
                        <a:pt x="6" y="29"/>
                        <a:pt x="0" y="23"/>
                        <a:pt x="0" y="15"/>
                      </a:cubicBezTo>
                      <a:cubicBezTo>
                        <a:pt x="0" y="8"/>
                        <a:pt x="6" y="0"/>
                        <a:pt x="14" y="0"/>
                      </a:cubicBezTo>
                      <a:cubicBezTo>
                        <a:pt x="22" y="0"/>
                        <a:pt x="29" y="7"/>
                        <a:pt x="29" y="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" name="Google Shape;2607;p74">
                  <a:extLst>
                    <a:ext uri="{FF2B5EF4-FFF2-40B4-BE49-F238E27FC236}">
                      <a16:creationId xmlns:a16="http://schemas.microsoft.com/office/drawing/2014/main" id="{CD41EF78-866A-173C-6B55-013E60C5B345}"/>
                    </a:ext>
                  </a:extLst>
                </p:cNvPr>
                <p:cNvSpPr/>
                <p:nvPr/>
              </p:nvSpPr>
              <p:spPr>
                <a:xfrm>
                  <a:off x="5164985" y="4396847"/>
                  <a:ext cx="2966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8" extrusionOk="0">
                      <a:moveTo>
                        <a:pt x="29" y="14"/>
                      </a:moveTo>
                      <a:cubicBezTo>
                        <a:pt x="29" y="16"/>
                        <a:pt x="28" y="19"/>
                        <a:pt x="27" y="21"/>
                      </a:cubicBezTo>
                      <a:cubicBezTo>
                        <a:pt x="26" y="23"/>
                        <a:pt x="25" y="25"/>
                        <a:pt x="22" y="26"/>
                      </a:cubicBezTo>
                      <a:cubicBezTo>
                        <a:pt x="20" y="27"/>
                        <a:pt x="17" y="28"/>
                        <a:pt x="14" y="28"/>
                      </a:cubicBezTo>
                      <a:cubicBezTo>
                        <a:pt x="12" y="28"/>
                        <a:pt x="9" y="27"/>
                        <a:pt x="7" y="26"/>
                      </a:cubicBezTo>
                      <a:cubicBezTo>
                        <a:pt x="5" y="25"/>
                        <a:pt x="3" y="23"/>
                        <a:pt x="1" y="21"/>
                      </a:cubicBezTo>
                      <a:cubicBezTo>
                        <a:pt x="0" y="19"/>
                        <a:pt x="0" y="16"/>
                        <a:pt x="0" y="14"/>
                      </a:cubicBezTo>
                      <a:cubicBezTo>
                        <a:pt x="0" y="11"/>
                        <a:pt x="0" y="9"/>
                        <a:pt x="1" y="7"/>
                      </a:cubicBezTo>
                      <a:cubicBezTo>
                        <a:pt x="3" y="5"/>
                        <a:pt x="5" y="4"/>
                        <a:pt x="7" y="2"/>
                      </a:cubicBezTo>
                      <a:cubicBezTo>
                        <a:pt x="9" y="1"/>
                        <a:pt x="12" y="0"/>
                        <a:pt x="14" y="0"/>
                      </a:cubicBezTo>
                      <a:cubicBezTo>
                        <a:pt x="17" y="0"/>
                        <a:pt x="20" y="1"/>
                        <a:pt x="22" y="2"/>
                      </a:cubicBezTo>
                      <a:cubicBezTo>
                        <a:pt x="25" y="4"/>
                        <a:pt x="26" y="5"/>
                        <a:pt x="27" y="7"/>
                      </a:cubicBezTo>
                      <a:cubicBezTo>
                        <a:pt x="28" y="9"/>
                        <a:pt x="29" y="11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2608;p74">
                  <a:extLst>
                    <a:ext uri="{FF2B5EF4-FFF2-40B4-BE49-F238E27FC236}">
                      <a16:creationId xmlns:a16="http://schemas.microsoft.com/office/drawing/2014/main" id="{968ACF49-D0FA-149D-41FD-38870F77CA69}"/>
                    </a:ext>
                  </a:extLst>
                </p:cNvPr>
                <p:cNvSpPr/>
                <p:nvPr/>
              </p:nvSpPr>
              <p:spPr>
                <a:xfrm>
                  <a:off x="4809060" y="4396847"/>
                  <a:ext cx="30720" cy="28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28" extrusionOk="0">
                      <a:moveTo>
                        <a:pt x="30" y="14"/>
                      </a:moveTo>
                      <a:cubicBezTo>
                        <a:pt x="30" y="22"/>
                        <a:pt x="23" y="28"/>
                        <a:pt x="15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23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2609;p74">
                  <a:extLst>
                    <a:ext uri="{FF2B5EF4-FFF2-40B4-BE49-F238E27FC236}">
                      <a16:creationId xmlns:a16="http://schemas.microsoft.com/office/drawing/2014/main" id="{0417F814-9095-2394-611B-6977EF25F594}"/>
                    </a:ext>
                  </a:extLst>
                </p:cNvPr>
                <p:cNvSpPr/>
                <p:nvPr/>
              </p:nvSpPr>
              <p:spPr>
                <a:xfrm>
                  <a:off x="5340828" y="4636245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4"/>
                      </a:moveTo>
                      <a:cubicBezTo>
                        <a:pt x="29" y="22"/>
                        <a:pt x="22" y="29"/>
                        <a:pt x="14" y="29"/>
                      </a:cubicBezTo>
                      <a:cubicBezTo>
                        <a:pt x="6" y="29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2610;p74">
                  <a:extLst>
                    <a:ext uri="{FF2B5EF4-FFF2-40B4-BE49-F238E27FC236}">
                      <a16:creationId xmlns:a16="http://schemas.microsoft.com/office/drawing/2014/main" id="{6E2AD7FE-2883-CDAA-E89D-44EECDAEEC0C}"/>
                    </a:ext>
                  </a:extLst>
                </p:cNvPr>
                <p:cNvSpPr/>
                <p:nvPr/>
              </p:nvSpPr>
              <p:spPr>
                <a:xfrm>
                  <a:off x="4987023" y="4636245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29" y="14"/>
                      </a:moveTo>
                      <a:cubicBezTo>
                        <a:pt x="29" y="22"/>
                        <a:pt x="24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6" y="0"/>
                        <a:pt x="15" y="0"/>
                      </a:cubicBezTo>
                      <a:cubicBezTo>
                        <a:pt x="23" y="0"/>
                        <a:pt x="29" y="6"/>
                        <a:pt x="29" y="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2611;p74">
                  <a:extLst>
                    <a:ext uri="{FF2B5EF4-FFF2-40B4-BE49-F238E27FC236}">
                      <a16:creationId xmlns:a16="http://schemas.microsoft.com/office/drawing/2014/main" id="{D0C9E193-7F4D-D432-8C18-7DF86E212D9D}"/>
                    </a:ext>
                  </a:extLst>
                </p:cNvPr>
                <p:cNvSpPr/>
                <p:nvPr/>
              </p:nvSpPr>
              <p:spPr>
                <a:xfrm>
                  <a:off x="3571800" y="4636245"/>
                  <a:ext cx="29660" cy="29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29" extrusionOk="0">
                      <a:moveTo>
                        <a:pt x="0" y="12"/>
                      </a:moveTo>
                      <a:cubicBezTo>
                        <a:pt x="1" y="5"/>
                        <a:pt x="7" y="0"/>
                        <a:pt x="14" y="0"/>
                      </a:cubicBezTo>
                      <a:cubicBezTo>
                        <a:pt x="22" y="0"/>
                        <a:pt x="29" y="6"/>
                        <a:pt x="29" y="14"/>
                      </a:cubicBezTo>
                      <a:cubicBezTo>
                        <a:pt x="29" y="22"/>
                        <a:pt x="22" y="29"/>
                        <a:pt x="14" y="29"/>
                      </a:cubicBezTo>
                      <a:cubicBezTo>
                        <a:pt x="8" y="29"/>
                        <a:pt x="3" y="25"/>
                        <a:pt x="1" y="19"/>
                      </a:cubicBezTo>
                      <a:cubicBezTo>
                        <a:pt x="1" y="17"/>
                        <a:pt x="0" y="15"/>
                        <a:pt x="0" y="1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4" name="Google Shape;2612;p74">
                <a:extLst>
                  <a:ext uri="{FF2B5EF4-FFF2-40B4-BE49-F238E27FC236}">
                    <a16:creationId xmlns:a16="http://schemas.microsoft.com/office/drawing/2014/main" id="{A8E78F35-A1C4-6F40-904D-054BBB57D0C8}"/>
                  </a:ext>
                </a:extLst>
              </p:cNvPr>
              <p:cNvSpPr/>
              <p:nvPr/>
            </p:nvSpPr>
            <p:spPr>
              <a:xfrm>
                <a:off x="8001045" y="2196618"/>
                <a:ext cx="116439" cy="580983"/>
              </a:xfrm>
              <a:custGeom>
                <a:avLst/>
                <a:gdLst/>
                <a:ahLst/>
                <a:cxnLst/>
                <a:rect l="l" t="t" r="r" b="b"/>
                <a:pathLst>
                  <a:path w="195" h="969" fill="none" extrusionOk="0">
                    <a:moveTo>
                      <a:pt x="193" y="0"/>
                    </a:moveTo>
                    <a:cubicBezTo>
                      <a:pt x="193" y="0"/>
                      <a:pt x="227" y="464"/>
                      <a:pt x="0" y="96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2613;p74">
                <a:extLst>
                  <a:ext uri="{FF2B5EF4-FFF2-40B4-BE49-F238E27FC236}">
                    <a16:creationId xmlns:a16="http://schemas.microsoft.com/office/drawing/2014/main" id="{D6D39703-A865-C4EE-0845-536911F8443F}"/>
                  </a:ext>
                </a:extLst>
              </p:cNvPr>
              <p:cNvSpPr/>
              <p:nvPr/>
            </p:nvSpPr>
            <p:spPr>
              <a:xfrm>
                <a:off x="8625252" y="2671969"/>
                <a:ext cx="188463" cy="27308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6" fill="none" extrusionOk="0">
                    <a:moveTo>
                      <a:pt x="0" y="0"/>
                    </a:moveTo>
                    <a:cubicBezTo>
                      <a:pt x="0" y="0"/>
                      <a:pt x="232" y="343"/>
                      <a:pt x="315" y="45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2614;p74">
                <a:extLst>
                  <a:ext uri="{FF2B5EF4-FFF2-40B4-BE49-F238E27FC236}">
                    <a16:creationId xmlns:a16="http://schemas.microsoft.com/office/drawing/2014/main" id="{42D30034-E6C4-19D2-2861-3172CA840333}"/>
                  </a:ext>
                </a:extLst>
              </p:cNvPr>
              <p:cNvSpPr/>
              <p:nvPr/>
            </p:nvSpPr>
            <p:spPr>
              <a:xfrm>
                <a:off x="8764498" y="2895840"/>
                <a:ext cx="156052" cy="72623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22" fill="none" extrusionOk="0">
                    <a:moveTo>
                      <a:pt x="0" y="122"/>
                    </a:moveTo>
                    <a:cubicBezTo>
                      <a:pt x="0" y="122"/>
                      <a:pt x="170" y="42"/>
                      <a:pt x="26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2615;p74">
                <a:extLst>
                  <a:ext uri="{FF2B5EF4-FFF2-40B4-BE49-F238E27FC236}">
                    <a16:creationId xmlns:a16="http://schemas.microsoft.com/office/drawing/2014/main" id="{90F9A785-944E-6E78-1219-409B1C3D9BAE}"/>
                  </a:ext>
                </a:extLst>
              </p:cNvPr>
              <p:cNvSpPr/>
              <p:nvPr/>
            </p:nvSpPr>
            <p:spPr>
              <a:xfrm>
                <a:off x="8227320" y="2329860"/>
                <a:ext cx="330710" cy="27009"/>
              </a:xfrm>
              <a:custGeom>
                <a:avLst/>
                <a:gdLst/>
                <a:ahLst/>
                <a:cxnLst/>
                <a:rect l="l" t="t" r="r" b="b"/>
                <a:pathLst>
                  <a:path w="552" h="46" fill="none" extrusionOk="0">
                    <a:moveTo>
                      <a:pt x="0" y="0"/>
                    </a:moveTo>
                    <a:cubicBezTo>
                      <a:pt x="0" y="0"/>
                      <a:pt x="210" y="96"/>
                      <a:pt x="552" y="1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2616;p74">
                <a:extLst>
                  <a:ext uri="{FF2B5EF4-FFF2-40B4-BE49-F238E27FC236}">
                    <a16:creationId xmlns:a16="http://schemas.microsoft.com/office/drawing/2014/main" id="{68C91EB5-836B-F006-A849-F62B9F66E756}"/>
                  </a:ext>
                </a:extLst>
              </p:cNvPr>
              <p:cNvSpPr/>
              <p:nvPr/>
            </p:nvSpPr>
            <p:spPr>
              <a:xfrm>
                <a:off x="8717682" y="3027882"/>
                <a:ext cx="3601" cy="156650"/>
              </a:xfrm>
              <a:custGeom>
                <a:avLst/>
                <a:gdLst/>
                <a:ahLst/>
                <a:cxnLst/>
                <a:rect l="l" t="t" r="r" b="b"/>
                <a:pathLst>
                  <a:path w="7" h="262" fill="none" extrusionOk="0">
                    <a:moveTo>
                      <a:pt x="7" y="262"/>
                    </a:moveTo>
                    <a:cubicBezTo>
                      <a:pt x="7" y="262"/>
                      <a:pt x="-8" y="122"/>
                      <a:pt x="7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2617;p74">
                <a:extLst>
                  <a:ext uri="{FF2B5EF4-FFF2-40B4-BE49-F238E27FC236}">
                    <a16:creationId xmlns:a16="http://schemas.microsoft.com/office/drawing/2014/main" id="{6B70D0DD-564C-A11C-3067-F95F9560AA25}"/>
                  </a:ext>
                </a:extLst>
              </p:cNvPr>
              <p:cNvSpPr/>
              <p:nvPr/>
            </p:nvSpPr>
            <p:spPr>
              <a:xfrm>
                <a:off x="8787906" y="2909645"/>
                <a:ext cx="70823" cy="3601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61" extrusionOk="0">
                    <a:moveTo>
                      <a:pt x="0" y="0"/>
                    </a:moveTo>
                    <a:lnTo>
                      <a:pt x="119" y="25"/>
                    </a:lnTo>
                    <a:lnTo>
                      <a:pt x="46" y="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2618;p74">
                <a:extLst>
                  <a:ext uri="{FF2B5EF4-FFF2-40B4-BE49-F238E27FC236}">
                    <a16:creationId xmlns:a16="http://schemas.microsoft.com/office/drawing/2014/main" id="{4F1007C9-D5BC-1237-34F5-A82220576F6A}"/>
                  </a:ext>
                </a:extLst>
              </p:cNvPr>
              <p:cNvSpPr/>
              <p:nvPr/>
            </p:nvSpPr>
            <p:spPr>
              <a:xfrm>
                <a:off x="8001645" y="2714583"/>
                <a:ext cx="25809" cy="136243"/>
              </a:xfrm>
              <a:custGeom>
                <a:avLst/>
                <a:gdLst/>
                <a:ahLst/>
                <a:cxnLst/>
                <a:rect l="l" t="t" r="r" b="b"/>
                <a:pathLst>
                  <a:path w="44" h="228" extrusionOk="0">
                    <a:moveTo>
                      <a:pt x="44" y="0"/>
                    </a:moveTo>
                    <a:lnTo>
                      <a:pt x="44" y="228"/>
                    </a:lnTo>
                    <a:cubicBezTo>
                      <a:pt x="44" y="228"/>
                      <a:pt x="13" y="147"/>
                      <a:pt x="0" y="108"/>
                    </a:cubicBezTo>
                    <a:cubicBezTo>
                      <a:pt x="0" y="108"/>
                      <a:pt x="34" y="25"/>
                      <a:pt x="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2619;p74">
                <a:extLst>
                  <a:ext uri="{FF2B5EF4-FFF2-40B4-BE49-F238E27FC236}">
                    <a16:creationId xmlns:a16="http://schemas.microsoft.com/office/drawing/2014/main" id="{8668B9F8-1127-A4A0-3E9F-5A2EB7937093}"/>
                  </a:ext>
                </a:extLst>
              </p:cNvPr>
              <p:cNvSpPr/>
              <p:nvPr/>
            </p:nvSpPr>
            <p:spPr>
              <a:xfrm>
                <a:off x="8692474" y="2770400"/>
                <a:ext cx="35412" cy="96631"/>
              </a:xfrm>
              <a:custGeom>
                <a:avLst/>
                <a:gdLst/>
                <a:ahLst/>
                <a:cxnLst/>
                <a:rect l="l" t="t" r="r" b="b"/>
                <a:pathLst>
                  <a:path w="60" h="162" extrusionOk="0">
                    <a:moveTo>
                      <a:pt x="0" y="0"/>
                    </a:moveTo>
                    <a:lnTo>
                      <a:pt x="41" y="162"/>
                    </a:lnTo>
                    <a:lnTo>
                      <a:pt x="60" y="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13300" rIns="90000" bIns="133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2620;p74">
                <a:extLst>
                  <a:ext uri="{FF2B5EF4-FFF2-40B4-BE49-F238E27FC236}">
                    <a16:creationId xmlns:a16="http://schemas.microsoft.com/office/drawing/2014/main" id="{41130163-DB32-ACA8-C48C-C4D8CFCA6D7D}"/>
                  </a:ext>
                </a:extLst>
              </p:cNvPr>
              <p:cNvSpPr/>
              <p:nvPr/>
            </p:nvSpPr>
            <p:spPr>
              <a:xfrm>
                <a:off x="8157697" y="2628155"/>
                <a:ext cx="300699" cy="18606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2" extrusionOk="0">
                    <a:moveTo>
                      <a:pt x="1" y="32"/>
                    </a:moveTo>
                    <a:lnTo>
                      <a:pt x="502" y="32"/>
                    </a:lnTo>
                    <a:lnTo>
                      <a:pt x="500" y="24"/>
                    </a:lnTo>
                    <a:cubicBezTo>
                      <a:pt x="499" y="9"/>
                      <a:pt x="486" y="0"/>
                      <a:pt x="471" y="0"/>
                    </a:cubicBezTo>
                    <a:lnTo>
                      <a:pt x="30" y="0"/>
                    </a:lnTo>
                    <a:cubicBezTo>
                      <a:pt x="12" y="-2"/>
                      <a:pt x="-3" y="14"/>
                      <a:pt x="1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2621;p74">
                <a:extLst>
                  <a:ext uri="{FF2B5EF4-FFF2-40B4-BE49-F238E27FC236}">
                    <a16:creationId xmlns:a16="http://schemas.microsoft.com/office/drawing/2014/main" id="{90B4FCA9-522F-A709-8661-DBE953D3C205}"/>
                  </a:ext>
                </a:extLst>
              </p:cNvPr>
              <p:cNvSpPr/>
              <p:nvPr/>
            </p:nvSpPr>
            <p:spPr>
              <a:xfrm>
                <a:off x="8241125" y="2590343"/>
                <a:ext cx="126642" cy="8102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36" extrusionOk="0">
                    <a:moveTo>
                      <a:pt x="212" y="68"/>
                    </a:moveTo>
                    <a:cubicBezTo>
                      <a:pt x="212" y="80"/>
                      <a:pt x="207" y="92"/>
                      <a:pt x="197" y="102"/>
                    </a:cubicBezTo>
                    <a:cubicBezTo>
                      <a:pt x="188" y="113"/>
                      <a:pt x="175" y="121"/>
                      <a:pt x="159" y="127"/>
                    </a:cubicBezTo>
                    <a:cubicBezTo>
                      <a:pt x="143" y="133"/>
                      <a:pt x="125" y="136"/>
                      <a:pt x="106" y="136"/>
                    </a:cubicBezTo>
                    <a:cubicBezTo>
                      <a:pt x="88" y="136"/>
                      <a:pt x="69" y="133"/>
                      <a:pt x="53" y="127"/>
                    </a:cubicBezTo>
                    <a:cubicBezTo>
                      <a:pt x="37" y="121"/>
                      <a:pt x="23" y="113"/>
                      <a:pt x="14" y="102"/>
                    </a:cubicBezTo>
                    <a:cubicBezTo>
                      <a:pt x="5" y="92"/>
                      <a:pt x="0" y="80"/>
                      <a:pt x="0" y="68"/>
                    </a:cubicBezTo>
                    <a:cubicBezTo>
                      <a:pt x="0" y="56"/>
                      <a:pt x="5" y="44"/>
                      <a:pt x="14" y="34"/>
                    </a:cubicBezTo>
                    <a:cubicBezTo>
                      <a:pt x="23" y="23"/>
                      <a:pt x="37" y="15"/>
                      <a:pt x="53" y="9"/>
                    </a:cubicBezTo>
                    <a:cubicBezTo>
                      <a:pt x="69" y="3"/>
                      <a:pt x="87" y="0"/>
                      <a:pt x="106" y="0"/>
                    </a:cubicBezTo>
                    <a:cubicBezTo>
                      <a:pt x="124" y="0"/>
                      <a:pt x="143" y="3"/>
                      <a:pt x="159" y="9"/>
                    </a:cubicBezTo>
                    <a:cubicBezTo>
                      <a:pt x="175" y="15"/>
                      <a:pt x="188" y="23"/>
                      <a:pt x="197" y="34"/>
                    </a:cubicBezTo>
                    <a:cubicBezTo>
                      <a:pt x="207" y="44"/>
                      <a:pt x="212" y="56"/>
                      <a:pt x="212" y="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3950" rIns="90000" bIns="395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2622;p74">
                <a:extLst>
                  <a:ext uri="{FF2B5EF4-FFF2-40B4-BE49-F238E27FC236}">
                    <a16:creationId xmlns:a16="http://schemas.microsoft.com/office/drawing/2014/main" id="{AF2FDC75-0772-BD04-CF50-8F18E3994E1E}"/>
                  </a:ext>
                </a:extLst>
              </p:cNvPr>
              <p:cNvSpPr/>
              <p:nvPr/>
            </p:nvSpPr>
            <p:spPr>
              <a:xfrm>
                <a:off x="8112082" y="2647361"/>
                <a:ext cx="455554" cy="524567"/>
              </a:xfrm>
              <a:custGeom>
                <a:avLst/>
                <a:gdLst/>
                <a:ahLst/>
                <a:cxnLst/>
                <a:rect l="l" t="t" r="r" b="b"/>
                <a:pathLst>
                  <a:path w="760" h="875" extrusionOk="0">
                    <a:moveTo>
                      <a:pt x="744" y="875"/>
                    </a:moveTo>
                    <a:lnTo>
                      <a:pt x="111" y="875"/>
                    </a:lnTo>
                    <a:cubicBezTo>
                      <a:pt x="103" y="875"/>
                      <a:pt x="96" y="869"/>
                      <a:pt x="95" y="861"/>
                    </a:cubicBezTo>
                    <a:lnTo>
                      <a:pt x="0" y="17"/>
                    </a:lnTo>
                    <a:cubicBezTo>
                      <a:pt x="-2" y="7"/>
                      <a:pt x="7" y="0"/>
                      <a:pt x="16" y="0"/>
                    </a:cubicBezTo>
                    <a:lnTo>
                      <a:pt x="650" y="0"/>
                    </a:lnTo>
                    <a:cubicBezTo>
                      <a:pt x="658" y="0"/>
                      <a:pt x="664" y="6"/>
                      <a:pt x="666" y="14"/>
                    </a:cubicBezTo>
                    <a:lnTo>
                      <a:pt x="760" y="858"/>
                    </a:lnTo>
                    <a:cubicBezTo>
                      <a:pt x="760" y="867"/>
                      <a:pt x="754" y="875"/>
                      <a:pt x="744" y="8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5" name="Google Shape;2623;p74">
                <a:extLst>
                  <a:ext uri="{FF2B5EF4-FFF2-40B4-BE49-F238E27FC236}">
                    <a16:creationId xmlns:a16="http://schemas.microsoft.com/office/drawing/2014/main" id="{70B22304-4456-F91B-03DE-1DEB2337C637}"/>
                  </a:ext>
                </a:extLst>
              </p:cNvPr>
              <p:cNvCxnSpPr/>
              <p:nvPr/>
            </p:nvCxnSpPr>
            <p:spPr>
              <a:xfrm>
                <a:off x="8119284" y="2719384"/>
                <a:ext cx="41400" cy="3750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6" name="Google Shape;2624;p74">
                <a:extLst>
                  <a:ext uri="{FF2B5EF4-FFF2-40B4-BE49-F238E27FC236}">
                    <a16:creationId xmlns:a16="http://schemas.microsoft.com/office/drawing/2014/main" id="{D6BE7F51-8553-1242-AA1E-17B6C70AED71}"/>
                  </a:ext>
                </a:extLst>
              </p:cNvPr>
              <p:cNvSpPr/>
              <p:nvPr/>
            </p:nvSpPr>
            <p:spPr>
              <a:xfrm>
                <a:off x="8328754" y="2877234"/>
                <a:ext cx="399132" cy="278488"/>
              </a:xfrm>
              <a:custGeom>
                <a:avLst/>
                <a:gdLst/>
                <a:ahLst/>
                <a:cxnLst/>
                <a:rect l="l" t="t" r="r" b="b"/>
                <a:pathLst>
                  <a:path w="666" h="465" extrusionOk="0">
                    <a:moveTo>
                      <a:pt x="666" y="198"/>
                    </a:moveTo>
                    <a:lnTo>
                      <a:pt x="651" y="464"/>
                    </a:lnTo>
                    <a:cubicBezTo>
                      <a:pt x="651" y="464"/>
                      <a:pt x="489" y="478"/>
                      <a:pt x="95" y="362"/>
                    </a:cubicBezTo>
                    <a:cubicBezTo>
                      <a:pt x="-14" y="331"/>
                      <a:pt x="33" y="277"/>
                      <a:pt x="109" y="286"/>
                    </a:cubicBezTo>
                    <a:cubicBezTo>
                      <a:pt x="109" y="286"/>
                      <a:pt x="12" y="283"/>
                      <a:pt x="20" y="234"/>
                    </a:cubicBezTo>
                    <a:cubicBezTo>
                      <a:pt x="28" y="183"/>
                      <a:pt x="77" y="198"/>
                      <a:pt x="77" y="198"/>
                    </a:cubicBezTo>
                    <a:cubicBezTo>
                      <a:pt x="77" y="198"/>
                      <a:pt x="-4" y="186"/>
                      <a:pt x="0" y="134"/>
                    </a:cubicBezTo>
                    <a:cubicBezTo>
                      <a:pt x="5" y="80"/>
                      <a:pt x="119" y="128"/>
                      <a:pt x="119" y="128"/>
                    </a:cubicBezTo>
                    <a:cubicBezTo>
                      <a:pt x="119" y="128"/>
                      <a:pt x="67" y="115"/>
                      <a:pt x="93" y="61"/>
                    </a:cubicBezTo>
                    <a:cubicBezTo>
                      <a:pt x="118" y="6"/>
                      <a:pt x="303" y="122"/>
                      <a:pt x="347" y="126"/>
                    </a:cubicBezTo>
                    <a:cubicBezTo>
                      <a:pt x="372" y="129"/>
                      <a:pt x="345" y="0"/>
                      <a:pt x="345" y="0"/>
                    </a:cubicBezTo>
                    <a:cubicBezTo>
                      <a:pt x="345" y="0"/>
                      <a:pt x="463" y="58"/>
                      <a:pt x="546" y="133"/>
                    </a:cubicBezTo>
                    <a:cubicBezTo>
                      <a:pt x="630" y="205"/>
                      <a:pt x="666" y="198"/>
                      <a:pt x="666" y="198"/>
                    </a:cubicBezTo>
                    <a:close/>
                  </a:path>
                </a:pathLst>
              </a:custGeom>
              <a:solidFill>
                <a:srgbClr val="FFD0A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7" name="Google Shape;2625;p74">
                <a:extLst>
                  <a:ext uri="{FF2B5EF4-FFF2-40B4-BE49-F238E27FC236}">
                    <a16:creationId xmlns:a16="http://schemas.microsoft.com/office/drawing/2014/main" id="{AFD136F4-64EC-BD69-0E67-196B1E801D00}"/>
                  </a:ext>
                </a:extLst>
              </p:cNvPr>
              <p:cNvCxnSpPr/>
              <p:nvPr/>
            </p:nvCxnSpPr>
            <p:spPr>
              <a:xfrm>
                <a:off x="8371968" y="3047088"/>
                <a:ext cx="164100" cy="32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2626;p74">
                <a:extLst>
                  <a:ext uri="{FF2B5EF4-FFF2-40B4-BE49-F238E27FC236}">
                    <a16:creationId xmlns:a16="http://schemas.microsoft.com/office/drawing/2014/main" id="{B34FC564-2C31-4429-E39C-AC3122D60A51}"/>
                  </a:ext>
                </a:extLst>
              </p:cNvPr>
              <p:cNvCxnSpPr/>
              <p:nvPr/>
            </p:nvCxnSpPr>
            <p:spPr>
              <a:xfrm>
                <a:off x="8358163" y="2991871"/>
                <a:ext cx="177600" cy="372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" name="Google Shape;2627;p74">
                <a:extLst>
                  <a:ext uri="{FF2B5EF4-FFF2-40B4-BE49-F238E27FC236}">
                    <a16:creationId xmlns:a16="http://schemas.microsoft.com/office/drawing/2014/main" id="{ED98FCF8-33C3-8B12-3490-890687D5A92F}"/>
                  </a:ext>
                </a:extLst>
              </p:cNvPr>
              <p:cNvCxnSpPr/>
              <p:nvPr/>
            </p:nvCxnSpPr>
            <p:spPr>
              <a:xfrm>
                <a:off x="8385772" y="2948057"/>
                <a:ext cx="154200" cy="50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65" name="Google Shape;2628;p74">
            <a:extLst>
              <a:ext uri="{FF2B5EF4-FFF2-40B4-BE49-F238E27FC236}">
                <a16:creationId xmlns:a16="http://schemas.microsoft.com/office/drawing/2014/main" id="{7346E599-E4C6-E544-5FCD-071CB3626109}"/>
              </a:ext>
            </a:extLst>
          </p:cNvPr>
          <p:cNvGrpSpPr/>
          <p:nvPr/>
        </p:nvGrpSpPr>
        <p:grpSpPr>
          <a:xfrm>
            <a:off x="2819422" y="309060"/>
            <a:ext cx="1289590" cy="1609231"/>
            <a:chOff x="3329300" y="2681879"/>
            <a:chExt cx="1733938" cy="2032221"/>
          </a:xfrm>
        </p:grpSpPr>
        <p:sp>
          <p:nvSpPr>
            <p:cNvPr id="166" name="Google Shape;2629;p74">
              <a:extLst>
                <a:ext uri="{FF2B5EF4-FFF2-40B4-BE49-F238E27FC236}">
                  <a16:creationId xmlns:a16="http://schemas.microsoft.com/office/drawing/2014/main" id="{9EE498EE-6EFF-E2E6-C1A0-BD5687AF0FDF}"/>
                </a:ext>
              </a:extLst>
            </p:cNvPr>
            <p:cNvSpPr/>
            <p:nvPr/>
          </p:nvSpPr>
          <p:spPr>
            <a:xfrm>
              <a:off x="3505338" y="3907100"/>
              <a:ext cx="1557900" cy="807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67" name="Google Shape;2630;p74">
              <a:extLst>
                <a:ext uri="{FF2B5EF4-FFF2-40B4-BE49-F238E27FC236}">
                  <a16:creationId xmlns:a16="http://schemas.microsoft.com/office/drawing/2014/main" id="{AB474E5C-FCCC-D2A7-EE04-D09DAB956B94}"/>
                </a:ext>
              </a:extLst>
            </p:cNvPr>
            <p:cNvGrpSpPr/>
            <p:nvPr/>
          </p:nvGrpSpPr>
          <p:grpSpPr>
            <a:xfrm>
              <a:off x="3702110" y="2681879"/>
              <a:ext cx="1164377" cy="2032211"/>
              <a:chOff x="3933757" y="1095276"/>
              <a:chExt cx="2541752" cy="4436174"/>
            </a:xfrm>
          </p:grpSpPr>
          <p:sp>
            <p:nvSpPr>
              <p:cNvPr id="169" name="Google Shape;2631;p74">
                <a:extLst>
                  <a:ext uri="{FF2B5EF4-FFF2-40B4-BE49-F238E27FC236}">
                    <a16:creationId xmlns:a16="http://schemas.microsoft.com/office/drawing/2014/main" id="{D7322257-6263-AA4D-D6B7-E5E4551981CA}"/>
                  </a:ext>
                </a:extLst>
              </p:cNvPr>
              <p:cNvSpPr/>
              <p:nvPr/>
            </p:nvSpPr>
            <p:spPr>
              <a:xfrm>
                <a:off x="5368135" y="1612941"/>
                <a:ext cx="494384" cy="634057"/>
              </a:xfrm>
              <a:custGeom>
                <a:avLst/>
                <a:gdLst/>
                <a:ahLst/>
                <a:cxnLst/>
                <a:rect l="l" t="t" r="r" b="b"/>
                <a:pathLst>
                  <a:path w="447" h="573" extrusionOk="0">
                    <a:moveTo>
                      <a:pt x="331" y="573"/>
                    </a:moveTo>
                    <a:cubicBezTo>
                      <a:pt x="331" y="573"/>
                      <a:pt x="233" y="578"/>
                      <a:pt x="103" y="440"/>
                    </a:cubicBezTo>
                    <a:cubicBezTo>
                      <a:pt x="43" y="375"/>
                      <a:pt x="109" y="327"/>
                      <a:pt x="165" y="378"/>
                    </a:cubicBezTo>
                    <a:cubicBezTo>
                      <a:pt x="170" y="383"/>
                      <a:pt x="183" y="386"/>
                      <a:pt x="179" y="381"/>
                    </a:cubicBezTo>
                    <a:cubicBezTo>
                      <a:pt x="179" y="381"/>
                      <a:pt x="113" y="291"/>
                      <a:pt x="28" y="193"/>
                    </a:cubicBezTo>
                    <a:cubicBezTo>
                      <a:pt x="8" y="171"/>
                      <a:pt x="-14" y="142"/>
                      <a:pt x="12" y="112"/>
                    </a:cubicBezTo>
                    <a:cubicBezTo>
                      <a:pt x="65" y="54"/>
                      <a:pt x="148" y="228"/>
                      <a:pt x="161" y="237"/>
                    </a:cubicBezTo>
                    <a:lnTo>
                      <a:pt x="161" y="237"/>
                    </a:lnTo>
                    <a:cubicBezTo>
                      <a:pt x="161" y="237"/>
                      <a:pt x="12" y="96"/>
                      <a:pt x="64" y="44"/>
                    </a:cubicBezTo>
                    <a:cubicBezTo>
                      <a:pt x="113" y="-5"/>
                      <a:pt x="191" y="158"/>
                      <a:pt x="209" y="183"/>
                    </a:cubicBezTo>
                    <a:lnTo>
                      <a:pt x="209" y="183"/>
                    </a:lnTo>
                    <a:cubicBezTo>
                      <a:pt x="59" y="50"/>
                      <a:pt x="150" y="9"/>
                      <a:pt x="150" y="9"/>
                    </a:cubicBezTo>
                    <a:cubicBezTo>
                      <a:pt x="184" y="-8"/>
                      <a:pt x="225" y="57"/>
                      <a:pt x="236" y="77"/>
                    </a:cubicBezTo>
                    <a:lnTo>
                      <a:pt x="236" y="77"/>
                    </a:lnTo>
                    <a:cubicBezTo>
                      <a:pt x="236" y="73"/>
                      <a:pt x="197" y="28"/>
                      <a:pt x="238" y="5"/>
                    </a:cubicBezTo>
                    <a:cubicBezTo>
                      <a:pt x="277" y="-19"/>
                      <a:pt x="329" y="46"/>
                      <a:pt x="373" y="117"/>
                    </a:cubicBezTo>
                    <a:cubicBezTo>
                      <a:pt x="394" y="150"/>
                      <a:pt x="410" y="188"/>
                      <a:pt x="422" y="228"/>
                    </a:cubicBezTo>
                    <a:cubicBezTo>
                      <a:pt x="451" y="332"/>
                      <a:pt x="484" y="532"/>
                      <a:pt x="331" y="573"/>
                    </a:cubicBez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2632;p74">
                <a:extLst>
                  <a:ext uri="{FF2B5EF4-FFF2-40B4-BE49-F238E27FC236}">
                    <a16:creationId xmlns:a16="http://schemas.microsoft.com/office/drawing/2014/main" id="{84D7A0D4-4F2E-D0BC-1D15-0A685075232E}"/>
                  </a:ext>
                </a:extLst>
              </p:cNvPr>
              <p:cNvSpPr/>
              <p:nvPr/>
            </p:nvSpPr>
            <p:spPr>
              <a:xfrm>
                <a:off x="4208661" y="3867609"/>
                <a:ext cx="1793528" cy="1663841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502" extrusionOk="0">
                    <a:moveTo>
                      <a:pt x="1443" y="49"/>
                    </a:moveTo>
                    <a:lnTo>
                      <a:pt x="1619" y="1502"/>
                    </a:lnTo>
                    <a:lnTo>
                      <a:pt x="984" y="1502"/>
                    </a:lnTo>
                    <a:lnTo>
                      <a:pt x="853" y="595"/>
                    </a:lnTo>
                    <a:lnTo>
                      <a:pt x="556" y="1502"/>
                    </a:lnTo>
                    <a:lnTo>
                      <a:pt x="0" y="1502"/>
                    </a:lnTo>
                    <a:lnTo>
                      <a:pt x="270" y="0"/>
                    </a:lnTo>
                    <a:lnTo>
                      <a:pt x="1443" y="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2633;p74">
                <a:extLst>
                  <a:ext uri="{FF2B5EF4-FFF2-40B4-BE49-F238E27FC236}">
                    <a16:creationId xmlns:a16="http://schemas.microsoft.com/office/drawing/2014/main" id="{1D7F2D83-BBBC-A196-4389-EB5F8AEDB9E5}"/>
                  </a:ext>
                </a:extLst>
              </p:cNvPr>
              <p:cNvSpPr/>
              <p:nvPr/>
            </p:nvSpPr>
            <p:spPr>
              <a:xfrm>
                <a:off x="3933757" y="2064096"/>
                <a:ext cx="2541752" cy="1878888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1696" extrusionOk="0">
                    <a:moveTo>
                      <a:pt x="1776" y="0"/>
                    </a:moveTo>
                    <a:cubicBezTo>
                      <a:pt x="1776" y="0"/>
                      <a:pt x="2299" y="710"/>
                      <a:pt x="2294" y="942"/>
                    </a:cubicBezTo>
                    <a:cubicBezTo>
                      <a:pt x="2290" y="1175"/>
                      <a:pt x="2006" y="1301"/>
                      <a:pt x="1636" y="942"/>
                    </a:cubicBezTo>
                    <a:cubicBezTo>
                      <a:pt x="1636" y="942"/>
                      <a:pt x="1732" y="1507"/>
                      <a:pt x="1789" y="1665"/>
                    </a:cubicBezTo>
                    <a:cubicBezTo>
                      <a:pt x="1789" y="1665"/>
                      <a:pt x="1175" y="1754"/>
                      <a:pt x="518" y="1627"/>
                    </a:cubicBezTo>
                    <a:lnTo>
                      <a:pt x="518" y="1442"/>
                    </a:lnTo>
                    <a:cubicBezTo>
                      <a:pt x="518" y="1442"/>
                      <a:pt x="-22" y="1410"/>
                      <a:pt x="0" y="1081"/>
                    </a:cubicBezTo>
                    <a:cubicBezTo>
                      <a:pt x="35" y="601"/>
                      <a:pt x="-47" y="226"/>
                      <a:pt x="751" y="58"/>
                    </a:cubicBezTo>
                    <a:cubicBezTo>
                      <a:pt x="751" y="58"/>
                      <a:pt x="839" y="38"/>
                      <a:pt x="1149" y="69"/>
                    </a:cubicBezTo>
                    <a:cubicBezTo>
                      <a:pt x="1149" y="69"/>
                      <a:pt x="1322" y="34"/>
                      <a:pt x="1488" y="156"/>
                    </a:cubicBezTo>
                    <a:lnTo>
                      <a:pt x="1454" y="103"/>
                    </a:lnTo>
                    <a:cubicBezTo>
                      <a:pt x="1454" y="103"/>
                      <a:pt x="1537" y="36"/>
                      <a:pt x="1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2634;p74">
                <a:extLst>
                  <a:ext uri="{FF2B5EF4-FFF2-40B4-BE49-F238E27FC236}">
                    <a16:creationId xmlns:a16="http://schemas.microsoft.com/office/drawing/2014/main" id="{8A9B2384-0F9B-EBE4-2B35-EE4EE9DF9BC5}"/>
                  </a:ext>
                </a:extLst>
              </p:cNvPr>
              <p:cNvSpPr/>
              <p:nvPr/>
            </p:nvSpPr>
            <p:spPr>
              <a:xfrm>
                <a:off x="4915874" y="2113978"/>
                <a:ext cx="873482" cy="1825687"/>
              </a:xfrm>
              <a:custGeom>
                <a:avLst/>
                <a:gdLst/>
                <a:ahLst/>
                <a:cxnLst/>
                <a:rect l="l" t="t" r="r" b="b"/>
                <a:pathLst>
                  <a:path w="789" h="1648" fill="none" extrusionOk="0">
                    <a:moveTo>
                      <a:pt x="695" y="0"/>
                    </a:moveTo>
                    <a:lnTo>
                      <a:pt x="789" y="58"/>
                    </a:lnTo>
                    <a:lnTo>
                      <a:pt x="590" y="93"/>
                    </a:lnTo>
                    <a:moveTo>
                      <a:pt x="578" y="95"/>
                    </a:moveTo>
                    <a:lnTo>
                      <a:pt x="244" y="153"/>
                    </a:lnTo>
                    <a:lnTo>
                      <a:pt x="713" y="417"/>
                    </a:lnTo>
                    <a:lnTo>
                      <a:pt x="167" y="521"/>
                    </a:lnTo>
                    <a:lnTo>
                      <a:pt x="628" y="819"/>
                    </a:lnTo>
                    <a:lnTo>
                      <a:pt x="78" y="939"/>
                    </a:lnTo>
                    <a:lnTo>
                      <a:pt x="508" y="1234"/>
                    </a:lnTo>
                    <a:lnTo>
                      <a:pt x="0" y="1315"/>
                    </a:lnTo>
                    <a:lnTo>
                      <a:pt x="462" y="1606"/>
                    </a:lnTo>
                    <a:lnTo>
                      <a:pt x="246" y="1648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700" tIns="45000" rIns="907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2635;p74">
                <a:extLst>
                  <a:ext uri="{FF2B5EF4-FFF2-40B4-BE49-F238E27FC236}">
                    <a16:creationId xmlns:a16="http://schemas.microsoft.com/office/drawing/2014/main" id="{B2751149-E7C5-4681-791E-BDC4527812C1}"/>
                  </a:ext>
                </a:extLst>
              </p:cNvPr>
              <p:cNvSpPr/>
              <p:nvPr/>
            </p:nvSpPr>
            <p:spPr>
              <a:xfrm>
                <a:off x="5086625" y="3296850"/>
                <a:ext cx="343500" cy="22380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1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4" name="Google Shape;2636;p74">
                <a:extLst>
                  <a:ext uri="{FF2B5EF4-FFF2-40B4-BE49-F238E27FC236}">
                    <a16:creationId xmlns:a16="http://schemas.microsoft.com/office/drawing/2014/main" id="{0E2BBA08-1771-1809-42DD-B756F0CCB925}"/>
                  </a:ext>
                </a:extLst>
              </p:cNvPr>
              <p:cNvSpPr/>
              <p:nvPr/>
            </p:nvSpPr>
            <p:spPr>
              <a:xfrm>
                <a:off x="5436861" y="1735983"/>
                <a:ext cx="165164" cy="218373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98" fill="none" extrusionOk="0">
                    <a:moveTo>
                      <a:pt x="150" y="198"/>
                    </a:moveTo>
                    <a:cubicBezTo>
                      <a:pt x="150" y="198"/>
                      <a:pt x="78" y="80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25200" rIns="91075" bIns="252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2637;p74">
                <a:extLst>
                  <a:ext uri="{FF2B5EF4-FFF2-40B4-BE49-F238E27FC236}">
                    <a16:creationId xmlns:a16="http://schemas.microsoft.com/office/drawing/2014/main" id="{9F924AC1-4A35-D154-E64E-F3F29B0CE702}"/>
                  </a:ext>
                </a:extLst>
              </p:cNvPr>
              <p:cNvSpPr/>
              <p:nvPr/>
            </p:nvSpPr>
            <p:spPr>
              <a:xfrm>
                <a:off x="5505587" y="1673908"/>
                <a:ext cx="157405" cy="25717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3" fill="none" extrusionOk="0">
                    <a:moveTo>
                      <a:pt x="143" y="233"/>
                    </a:moveTo>
                    <a:cubicBezTo>
                      <a:pt x="143" y="233"/>
                      <a:pt x="81" y="81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37800" rIns="91075" bIns="378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2638;p74">
                <a:extLst>
                  <a:ext uri="{FF2B5EF4-FFF2-40B4-BE49-F238E27FC236}">
                    <a16:creationId xmlns:a16="http://schemas.microsoft.com/office/drawing/2014/main" id="{C30AEF3F-7FDE-BCEE-A576-C24D9F4C6864}"/>
                  </a:ext>
                </a:extLst>
              </p:cNvPr>
              <p:cNvSpPr/>
              <p:nvPr/>
            </p:nvSpPr>
            <p:spPr>
              <a:xfrm>
                <a:off x="5617544" y="1673908"/>
                <a:ext cx="125259" cy="23610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14" fill="none" extrusionOk="0">
                    <a:moveTo>
                      <a:pt x="114" y="214"/>
                    </a:moveTo>
                    <a:cubicBezTo>
                      <a:pt x="114" y="214"/>
                      <a:pt x="60" y="86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30950" rIns="91075" bIns="3095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2639;p74">
                <a:extLst>
                  <a:ext uri="{FF2B5EF4-FFF2-40B4-BE49-F238E27FC236}">
                    <a16:creationId xmlns:a16="http://schemas.microsoft.com/office/drawing/2014/main" id="{9BD1FB0F-7482-59E1-DB18-E5F3186317D7}"/>
                  </a:ext>
                </a:extLst>
              </p:cNvPr>
              <p:cNvSpPr/>
              <p:nvPr/>
            </p:nvSpPr>
            <p:spPr>
              <a:xfrm>
                <a:off x="5353725" y="1451101"/>
                <a:ext cx="397946" cy="61077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52" extrusionOk="0">
                    <a:moveTo>
                      <a:pt x="90" y="551"/>
                    </a:moveTo>
                    <a:lnTo>
                      <a:pt x="334" y="523"/>
                    </a:lnTo>
                    <a:cubicBezTo>
                      <a:pt x="350" y="521"/>
                      <a:pt x="362" y="507"/>
                      <a:pt x="360" y="491"/>
                    </a:cubicBezTo>
                    <a:lnTo>
                      <a:pt x="303" y="25"/>
                    </a:lnTo>
                    <a:cubicBezTo>
                      <a:pt x="301" y="10"/>
                      <a:pt x="287" y="-1"/>
                      <a:pt x="270" y="0"/>
                    </a:cubicBezTo>
                    <a:lnTo>
                      <a:pt x="26" y="29"/>
                    </a:lnTo>
                    <a:cubicBezTo>
                      <a:pt x="10" y="30"/>
                      <a:pt x="-1" y="44"/>
                      <a:pt x="0" y="60"/>
                    </a:cubicBezTo>
                    <a:lnTo>
                      <a:pt x="57" y="526"/>
                    </a:lnTo>
                    <a:cubicBezTo>
                      <a:pt x="60" y="542"/>
                      <a:pt x="73" y="553"/>
                      <a:pt x="90" y="5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2640;p74">
                <a:extLst>
                  <a:ext uri="{FF2B5EF4-FFF2-40B4-BE49-F238E27FC236}">
                    <a16:creationId xmlns:a16="http://schemas.microsoft.com/office/drawing/2014/main" id="{D297DE8C-6208-5BB6-8D84-D14B600E8413}"/>
                  </a:ext>
                </a:extLst>
              </p:cNvPr>
              <p:cNvSpPr/>
              <p:nvPr/>
            </p:nvSpPr>
            <p:spPr>
              <a:xfrm>
                <a:off x="5396956" y="1492115"/>
                <a:ext cx="312592" cy="529857"/>
              </a:xfrm>
              <a:custGeom>
                <a:avLst/>
                <a:gdLst/>
                <a:ahLst/>
                <a:cxnLst/>
                <a:rect l="l" t="t" r="r" b="b"/>
                <a:pathLst>
                  <a:path w="283" h="479" extrusionOk="0">
                    <a:moveTo>
                      <a:pt x="62" y="479"/>
                    </a:moveTo>
                    <a:lnTo>
                      <a:pt x="275" y="455"/>
                    </a:lnTo>
                    <a:cubicBezTo>
                      <a:pt x="280" y="455"/>
                      <a:pt x="284" y="451"/>
                      <a:pt x="282" y="448"/>
                    </a:cubicBezTo>
                    <a:lnTo>
                      <a:pt x="228" y="6"/>
                    </a:lnTo>
                    <a:cubicBezTo>
                      <a:pt x="228" y="1"/>
                      <a:pt x="223" y="-2"/>
                      <a:pt x="220" y="0"/>
                    </a:cubicBezTo>
                    <a:lnTo>
                      <a:pt x="7" y="23"/>
                    </a:lnTo>
                    <a:cubicBezTo>
                      <a:pt x="2" y="23"/>
                      <a:pt x="-1" y="28"/>
                      <a:pt x="0" y="31"/>
                    </a:cubicBezTo>
                    <a:lnTo>
                      <a:pt x="54" y="473"/>
                    </a:lnTo>
                    <a:cubicBezTo>
                      <a:pt x="54" y="476"/>
                      <a:pt x="57" y="479"/>
                      <a:pt x="62" y="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9" name="Google Shape;2641;p74">
                <a:extLst>
                  <a:ext uri="{FF2B5EF4-FFF2-40B4-BE49-F238E27FC236}">
                    <a16:creationId xmlns:a16="http://schemas.microsoft.com/office/drawing/2014/main" id="{1816061D-1641-1CBC-5076-C86AC7FAFD27}"/>
                  </a:ext>
                </a:extLst>
              </p:cNvPr>
              <p:cNvCxnSpPr/>
              <p:nvPr/>
            </p:nvCxnSpPr>
            <p:spPr>
              <a:xfrm>
                <a:off x="5696247" y="1537563"/>
                <a:ext cx="50700" cy="4176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0" name="Google Shape;2642;p74">
                <a:extLst>
                  <a:ext uri="{FF2B5EF4-FFF2-40B4-BE49-F238E27FC236}">
                    <a16:creationId xmlns:a16="http://schemas.microsoft.com/office/drawing/2014/main" id="{2E4F861F-EDE9-4007-C220-F7F1104D9076}"/>
                  </a:ext>
                </a:extLst>
              </p:cNvPr>
              <p:cNvCxnSpPr/>
              <p:nvPr/>
            </p:nvCxnSpPr>
            <p:spPr>
              <a:xfrm rot="10800000" flipH="1">
                <a:off x="5554361" y="1995406"/>
                <a:ext cx="147900" cy="177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1" name="Google Shape;2643;p74">
                <a:extLst>
                  <a:ext uri="{FF2B5EF4-FFF2-40B4-BE49-F238E27FC236}">
                    <a16:creationId xmlns:a16="http://schemas.microsoft.com/office/drawing/2014/main" id="{E1607F03-1409-B2FF-ADA4-006B291205A1}"/>
                  </a:ext>
                </a:extLst>
              </p:cNvPr>
              <p:cNvCxnSpPr/>
              <p:nvPr/>
            </p:nvCxnSpPr>
            <p:spPr>
              <a:xfrm rot="10800000" flipH="1">
                <a:off x="5460140" y="1453080"/>
                <a:ext cx="181200" cy="213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2" name="Google Shape;2644;p74">
                <a:extLst>
                  <a:ext uri="{FF2B5EF4-FFF2-40B4-BE49-F238E27FC236}">
                    <a16:creationId xmlns:a16="http://schemas.microsoft.com/office/drawing/2014/main" id="{607594C7-F3AF-BC93-F19A-8C2F967C9273}"/>
                  </a:ext>
                </a:extLst>
              </p:cNvPr>
              <p:cNvSpPr/>
              <p:nvPr/>
            </p:nvSpPr>
            <p:spPr>
              <a:xfrm>
                <a:off x="4358306" y="2121738"/>
                <a:ext cx="789241" cy="1730356"/>
              </a:xfrm>
              <a:custGeom>
                <a:avLst/>
                <a:gdLst/>
                <a:ahLst/>
                <a:cxnLst/>
                <a:rect l="l" t="t" r="r" b="b"/>
                <a:pathLst>
                  <a:path w="713" h="1562" fill="none" extrusionOk="0">
                    <a:moveTo>
                      <a:pt x="504" y="0"/>
                    </a:moveTo>
                    <a:lnTo>
                      <a:pt x="246" y="44"/>
                    </a:lnTo>
                    <a:lnTo>
                      <a:pt x="713" y="310"/>
                    </a:lnTo>
                    <a:lnTo>
                      <a:pt x="167" y="413"/>
                    </a:lnTo>
                    <a:lnTo>
                      <a:pt x="628" y="711"/>
                    </a:lnTo>
                    <a:lnTo>
                      <a:pt x="80" y="831"/>
                    </a:lnTo>
                    <a:lnTo>
                      <a:pt x="508" y="1127"/>
                    </a:lnTo>
                    <a:lnTo>
                      <a:pt x="0" y="1208"/>
                    </a:lnTo>
                    <a:lnTo>
                      <a:pt x="462" y="1497"/>
                    </a:lnTo>
                    <a:lnTo>
                      <a:pt x="135" y="1562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700" tIns="45000" rIns="907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2645;p74">
                <a:extLst>
                  <a:ext uri="{FF2B5EF4-FFF2-40B4-BE49-F238E27FC236}">
                    <a16:creationId xmlns:a16="http://schemas.microsoft.com/office/drawing/2014/main" id="{5251F8F6-EE13-6B31-A2ED-82AD166680C1}"/>
                  </a:ext>
                </a:extLst>
              </p:cNvPr>
              <p:cNvSpPr/>
              <p:nvPr/>
            </p:nvSpPr>
            <p:spPr>
              <a:xfrm>
                <a:off x="5473441" y="2334568"/>
                <a:ext cx="789241" cy="1582921"/>
              </a:xfrm>
              <a:custGeom>
                <a:avLst/>
                <a:gdLst/>
                <a:ahLst/>
                <a:cxnLst/>
                <a:rect l="l" t="t" r="r" b="b"/>
                <a:pathLst>
                  <a:path w="713" h="1429" fill="none" extrusionOk="0">
                    <a:moveTo>
                      <a:pt x="557" y="0"/>
                    </a:moveTo>
                    <a:lnTo>
                      <a:pt x="244" y="53"/>
                    </a:lnTo>
                    <a:lnTo>
                      <a:pt x="713" y="318"/>
                    </a:lnTo>
                    <a:lnTo>
                      <a:pt x="167" y="422"/>
                    </a:lnTo>
                    <a:lnTo>
                      <a:pt x="628" y="720"/>
                    </a:lnTo>
                    <a:lnTo>
                      <a:pt x="344" y="782"/>
                    </a:lnTo>
                    <a:moveTo>
                      <a:pt x="265" y="800"/>
                    </a:moveTo>
                    <a:lnTo>
                      <a:pt x="78" y="840"/>
                    </a:lnTo>
                    <a:lnTo>
                      <a:pt x="301" y="994"/>
                    </a:lnTo>
                    <a:moveTo>
                      <a:pt x="335" y="1164"/>
                    </a:moveTo>
                    <a:lnTo>
                      <a:pt x="0" y="1217"/>
                    </a:lnTo>
                    <a:lnTo>
                      <a:pt x="337" y="1429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700" tIns="45000" rIns="907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2646;p74">
                <a:extLst>
                  <a:ext uri="{FF2B5EF4-FFF2-40B4-BE49-F238E27FC236}">
                    <a16:creationId xmlns:a16="http://schemas.microsoft.com/office/drawing/2014/main" id="{1C18B615-85A5-7C95-ACEC-5B8D02C2398C}"/>
                  </a:ext>
                </a:extLst>
              </p:cNvPr>
              <p:cNvSpPr/>
              <p:nvPr/>
            </p:nvSpPr>
            <p:spPr>
              <a:xfrm>
                <a:off x="6215017" y="2877728"/>
                <a:ext cx="259385" cy="477761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32" fill="none" extrusionOk="0">
                    <a:moveTo>
                      <a:pt x="174" y="0"/>
                    </a:moveTo>
                    <a:lnTo>
                      <a:pt x="0" y="32"/>
                    </a:lnTo>
                    <a:lnTo>
                      <a:pt x="235" y="184"/>
                    </a:lnTo>
                    <a:moveTo>
                      <a:pt x="122" y="406"/>
                    </a:moveTo>
                    <a:lnTo>
                      <a:pt x="0" y="432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700" tIns="45000" rIns="907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2647;p74">
                <a:extLst>
                  <a:ext uri="{FF2B5EF4-FFF2-40B4-BE49-F238E27FC236}">
                    <a16:creationId xmlns:a16="http://schemas.microsoft.com/office/drawing/2014/main" id="{CE22B33E-9492-6B59-1ACA-BDD2445BE331}"/>
                  </a:ext>
                </a:extLst>
              </p:cNvPr>
              <p:cNvSpPr/>
              <p:nvPr/>
            </p:nvSpPr>
            <p:spPr>
              <a:xfrm>
                <a:off x="3937082" y="2242563"/>
                <a:ext cx="652897" cy="1341273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211" fill="none" extrusionOk="0">
                    <a:moveTo>
                      <a:pt x="414" y="0"/>
                    </a:moveTo>
                    <a:lnTo>
                      <a:pt x="590" y="100"/>
                    </a:lnTo>
                    <a:lnTo>
                      <a:pt x="156" y="183"/>
                    </a:lnTo>
                    <a:moveTo>
                      <a:pt x="111" y="247"/>
                    </a:moveTo>
                    <a:lnTo>
                      <a:pt x="505" y="502"/>
                    </a:lnTo>
                    <a:lnTo>
                      <a:pt x="15" y="610"/>
                    </a:lnTo>
                    <a:moveTo>
                      <a:pt x="11" y="660"/>
                    </a:moveTo>
                    <a:lnTo>
                      <a:pt x="385" y="918"/>
                    </a:lnTo>
                    <a:lnTo>
                      <a:pt x="0" y="978"/>
                    </a:lnTo>
                    <a:moveTo>
                      <a:pt x="77" y="1124"/>
                    </a:moveTo>
                    <a:lnTo>
                      <a:pt x="216" y="1211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700" tIns="45000" rIns="907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2648;p74">
                <a:extLst>
                  <a:ext uri="{FF2B5EF4-FFF2-40B4-BE49-F238E27FC236}">
                    <a16:creationId xmlns:a16="http://schemas.microsoft.com/office/drawing/2014/main" id="{0AADB6BE-77F3-E9BA-2F5C-54E2A64D558A}"/>
                  </a:ext>
                </a:extLst>
              </p:cNvPr>
              <p:cNvSpPr/>
              <p:nvPr/>
            </p:nvSpPr>
            <p:spPr>
              <a:xfrm>
                <a:off x="5583181" y="2239238"/>
                <a:ext cx="278230" cy="723846"/>
              </a:xfrm>
              <a:custGeom>
                <a:avLst/>
                <a:gdLst/>
                <a:ahLst/>
                <a:cxnLst/>
                <a:rect l="l" t="t" r="r" b="b"/>
                <a:pathLst>
                  <a:path w="252" h="654" fill="none" extrusionOk="0">
                    <a:moveTo>
                      <a:pt x="0" y="0"/>
                    </a:moveTo>
                    <a:cubicBezTo>
                      <a:pt x="0" y="0"/>
                      <a:pt x="132" y="402"/>
                      <a:pt x="252" y="65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2649;p74">
                <a:extLst>
                  <a:ext uri="{FF2B5EF4-FFF2-40B4-BE49-F238E27FC236}">
                    <a16:creationId xmlns:a16="http://schemas.microsoft.com/office/drawing/2014/main" id="{DC6F779A-7F54-379C-01A8-09F870723345}"/>
                  </a:ext>
                </a:extLst>
              </p:cNvPr>
              <p:cNvSpPr/>
              <p:nvPr/>
            </p:nvSpPr>
            <p:spPr>
              <a:xfrm>
                <a:off x="4493541" y="2639402"/>
                <a:ext cx="320351" cy="860190"/>
              </a:xfrm>
              <a:custGeom>
                <a:avLst/>
                <a:gdLst/>
                <a:ahLst/>
                <a:cxnLst/>
                <a:rect l="l" t="t" r="r" b="b"/>
                <a:pathLst>
                  <a:path w="290" h="777" fill="none" extrusionOk="0">
                    <a:moveTo>
                      <a:pt x="290" y="777"/>
                    </a:moveTo>
                    <a:lnTo>
                      <a:pt x="244" y="551"/>
                    </a:lnTo>
                    <a:cubicBezTo>
                      <a:pt x="244" y="551"/>
                      <a:pt x="86" y="495"/>
                      <a:pt x="0" y="464"/>
                    </a:cubicBezTo>
                    <a:cubicBezTo>
                      <a:pt x="0" y="464"/>
                      <a:pt x="28" y="160"/>
                      <a:pt x="57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2650;p74">
                <a:extLst>
                  <a:ext uri="{FF2B5EF4-FFF2-40B4-BE49-F238E27FC236}">
                    <a16:creationId xmlns:a16="http://schemas.microsoft.com/office/drawing/2014/main" id="{2A7F0F33-63A9-B67B-8E31-D7915174FC76}"/>
                  </a:ext>
                </a:extLst>
              </p:cNvPr>
              <p:cNvSpPr/>
              <p:nvPr/>
            </p:nvSpPr>
            <p:spPr>
              <a:xfrm>
                <a:off x="4398212" y="3639260"/>
                <a:ext cx="425658" cy="33255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1" fill="none" extrusionOk="0">
                    <a:moveTo>
                      <a:pt x="385" y="26"/>
                    </a:moveTo>
                    <a:cubicBezTo>
                      <a:pt x="385" y="26"/>
                      <a:pt x="146" y="48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2651;p74">
                <a:extLst>
                  <a:ext uri="{FF2B5EF4-FFF2-40B4-BE49-F238E27FC236}">
                    <a16:creationId xmlns:a16="http://schemas.microsoft.com/office/drawing/2014/main" id="{AA779BB1-13E1-90CB-5922-92285FB16EC6}"/>
                  </a:ext>
                </a:extLst>
              </p:cNvPr>
              <p:cNvSpPr/>
              <p:nvPr/>
            </p:nvSpPr>
            <p:spPr>
              <a:xfrm>
                <a:off x="4491324" y="2965298"/>
                <a:ext cx="99764" cy="223916"/>
              </a:xfrm>
              <a:custGeom>
                <a:avLst/>
                <a:gdLst/>
                <a:ahLst/>
                <a:cxnLst/>
                <a:rect l="l" t="t" r="r" b="b"/>
                <a:pathLst>
                  <a:path w="91" h="203" extrusionOk="0">
                    <a:moveTo>
                      <a:pt x="17" y="0"/>
                    </a:moveTo>
                    <a:lnTo>
                      <a:pt x="91" y="203"/>
                    </a:lnTo>
                    <a:lnTo>
                      <a:pt x="0" y="17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28075" rIns="90000" bIns="28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0" name="Google Shape;2652;p74">
                <a:extLst>
                  <a:ext uri="{FF2B5EF4-FFF2-40B4-BE49-F238E27FC236}">
                    <a16:creationId xmlns:a16="http://schemas.microsoft.com/office/drawing/2014/main" id="{5AAD2EE9-5581-CBEF-0A32-164D38F54FEF}"/>
                  </a:ext>
                </a:extLst>
              </p:cNvPr>
              <p:cNvCxnSpPr/>
              <p:nvPr/>
            </p:nvCxnSpPr>
            <p:spPr>
              <a:xfrm rot="10800000">
                <a:off x="5696573" y="2759258"/>
                <a:ext cx="68400" cy="4488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1" name="Google Shape;2653;p74">
                <a:extLst>
                  <a:ext uri="{FF2B5EF4-FFF2-40B4-BE49-F238E27FC236}">
                    <a16:creationId xmlns:a16="http://schemas.microsoft.com/office/drawing/2014/main" id="{8F767D42-8726-9392-0950-471D73948C03}"/>
                  </a:ext>
                </a:extLst>
              </p:cNvPr>
              <p:cNvSpPr/>
              <p:nvPr/>
            </p:nvSpPr>
            <p:spPr>
              <a:xfrm>
                <a:off x="5723959" y="2937586"/>
                <a:ext cx="128584" cy="26160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7" extrusionOk="0">
                    <a:moveTo>
                      <a:pt x="0" y="0"/>
                    </a:moveTo>
                    <a:lnTo>
                      <a:pt x="117" y="237"/>
                    </a:lnTo>
                    <a:cubicBezTo>
                      <a:pt x="117" y="237"/>
                      <a:pt x="45" y="177"/>
                      <a:pt x="21" y="15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0300" rIns="90000" bIns="403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2654;p74">
                <a:extLst>
                  <a:ext uri="{FF2B5EF4-FFF2-40B4-BE49-F238E27FC236}">
                    <a16:creationId xmlns:a16="http://schemas.microsoft.com/office/drawing/2014/main" id="{79A77521-A57D-0B1F-CBBB-CC8A5D95137D}"/>
                  </a:ext>
                </a:extLst>
              </p:cNvPr>
              <p:cNvSpPr/>
              <p:nvPr/>
            </p:nvSpPr>
            <p:spPr>
              <a:xfrm>
                <a:off x="4680875" y="2137256"/>
                <a:ext cx="628509" cy="18179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65" fill="none" extrusionOk="0">
                    <a:moveTo>
                      <a:pt x="568" y="0"/>
                    </a:moveTo>
                    <a:cubicBezTo>
                      <a:pt x="568" y="0"/>
                      <a:pt x="516" y="208"/>
                      <a:pt x="254" y="157"/>
                    </a:cubicBezTo>
                    <a:cubicBezTo>
                      <a:pt x="-10" y="106"/>
                      <a:pt x="0" y="11"/>
                      <a:pt x="0" y="1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13300" rIns="91075" bIns="133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2655;p74">
                <a:extLst>
                  <a:ext uri="{FF2B5EF4-FFF2-40B4-BE49-F238E27FC236}">
                    <a16:creationId xmlns:a16="http://schemas.microsoft.com/office/drawing/2014/main" id="{10AAFA54-548F-7318-64D9-1BADB30647B2}"/>
                  </a:ext>
                </a:extLst>
              </p:cNvPr>
              <p:cNvSpPr/>
              <p:nvPr/>
            </p:nvSpPr>
            <p:spPr>
              <a:xfrm>
                <a:off x="5603134" y="2064096"/>
                <a:ext cx="298183" cy="8092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74" fill="none" extrusionOk="0">
                    <a:moveTo>
                      <a:pt x="270" y="0"/>
                    </a:moveTo>
                    <a:cubicBezTo>
                      <a:pt x="270" y="0"/>
                      <a:pt x="83" y="30"/>
                      <a:pt x="0" y="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2656;p74">
                <a:extLst>
                  <a:ext uri="{FF2B5EF4-FFF2-40B4-BE49-F238E27FC236}">
                    <a16:creationId xmlns:a16="http://schemas.microsoft.com/office/drawing/2014/main" id="{588FDDDA-82BE-302B-80DD-E78954D07205}"/>
                  </a:ext>
                </a:extLst>
              </p:cNvPr>
              <p:cNvSpPr/>
              <p:nvPr/>
            </p:nvSpPr>
            <p:spPr>
              <a:xfrm>
                <a:off x="4703045" y="1229403"/>
                <a:ext cx="829147" cy="1024243"/>
              </a:xfrm>
              <a:custGeom>
                <a:avLst/>
                <a:gdLst/>
                <a:ahLst/>
                <a:cxnLst/>
                <a:rect l="l" t="t" r="r" b="b"/>
                <a:pathLst>
                  <a:path w="749" h="925" extrusionOk="0">
                    <a:moveTo>
                      <a:pt x="735" y="547"/>
                    </a:moveTo>
                    <a:cubicBezTo>
                      <a:pt x="716" y="670"/>
                      <a:pt x="604" y="762"/>
                      <a:pt x="446" y="708"/>
                    </a:cubicBezTo>
                    <a:lnTo>
                      <a:pt x="431" y="704"/>
                    </a:lnTo>
                    <a:lnTo>
                      <a:pt x="457" y="824"/>
                    </a:lnTo>
                    <a:cubicBezTo>
                      <a:pt x="457" y="824"/>
                      <a:pt x="416" y="941"/>
                      <a:pt x="281" y="922"/>
                    </a:cubicBezTo>
                    <a:cubicBezTo>
                      <a:pt x="91" y="895"/>
                      <a:pt x="58" y="814"/>
                      <a:pt x="58" y="814"/>
                    </a:cubicBezTo>
                    <a:lnTo>
                      <a:pt x="79" y="480"/>
                    </a:lnTo>
                    <a:cubicBezTo>
                      <a:pt x="79" y="480"/>
                      <a:pt x="-8" y="503"/>
                      <a:pt x="0" y="381"/>
                    </a:cubicBezTo>
                    <a:cubicBezTo>
                      <a:pt x="8" y="251"/>
                      <a:pt x="99" y="281"/>
                      <a:pt x="99" y="281"/>
                    </a:cubicBezTo>
                    <a:lnTo>
                      <a:pt x="101" y="273"/>
                    </a:lnTo>
                    <a:cubicBezTo>
                      <a:pt x="112" y="99"/>
                      <a:pt x="239" y="9"/>
                      <a:pt x="387" y="4"/>
                    </a:cubicBezTo>
                    <a:lnTo>
                      <a:pt x="421" y="2"/>
                    </a:lnTo>
                    <a:cubicBezTo>
                      <a:pt x="421" y="-1"/>
                      <a:pt x="828" y="-52"/>
                      <a:pt x="735" y="547"/>
                    </a:cubicBez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2657;p74">
                <a:extLst>
                  <a:ext uri="{FF2B5EF4-FFF2-40B4-BE49-F238E27FC236}">
                    <a16:creationId xmlns:a16="http://schemas.microsoft.com/office/drawing/2014/main" id="{B814B9D9-D2E1-903A-2852-974FD82F419D}"/>
                  </a:ext>
                </a:extLst>
              </p:cNvPr>
              <p:cNvSpPr/>
              <p:nvPr/>
            </p:nvSpPr>
            <p:spPr>
              <a:xfrm>
                <a:off x="4790615" y="1619592"/>
                <a:ext cx="23278" cy="68726"/>
              </a:xfrm>
              <a:custGeom>
                <a:avLst/>
                <a:gdLst/>
                <a:ahLst/>
                <a:cxnLst/>
                <a:rect l="l" t="t" r="r" b="b"/>
                <a:pathLst>
                  <a:path w="22" h="63" fill="none" extrusionOk="0">
                    <a:moveTo>
                      <a:pt x="15" y="0"/>
                    </a:moveTo>
                    <a:cubicBezTo>
                      <a:pt x="15" y="0"/>
                      <a:pt x="31" y="18"/>
                      <a:pt x="13" y="24"/>
                    </a:cubicBezTo>
                    <a:cubicBezTo>
                      <a:pt x="-22" y="38"/>
                      <a:pt x="23" y="51"/>
                      <a:pt x="12" y="6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2658;p74">
                <a:extLst>
                  <a:ext uri="{FF2B5EF4-FFF2-40B4-BE49-F238E27FC236}">
                    <a16:creationId xmlns:a16="http://schemas.microsoft.com/office/drawing/2014/main" id="{8EFCE815-E2AA-C7FE-E124-B71897AD046B}"/>
                  </a:ext>
                </a:extLst>
              </p:cNvPr>
              <p:cNvSpPr/>
              <p:nvPr/>
            </p:nvSpPr>
            <p:spPr>
              <a:xfrm>
                <a:off x="4752927" y="1570818"/>
                <a:ext cx="60967" cy="65401"/>
              </a:xfrm>
              <a:custGeom>
                <a:avLst/>
                <a:gdLst/>
                <a:ahLst/>
                <a:cxnLst/>
                <a:rect l="l" t="t" r="r" b="b"/>
                <a:pathLst>
                  <a:path w="56" h="60" fill="none" extrusionOk="0">
                    <a:moveTo>
                      <a:pt x="56" y="6"/>
                    </a:moveTo>
                    <a:cubicBezTo>
                      <a:pt x="56" y="6"/>
                      <a:pt x="-3" y="-29"/>
                      <a:pt x="0" y="6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2659;p74">
                <a:extLst>
                  <a:ext uri="{FF2B5EF4-FFF2-40B4-BE49-F238E27FC236}">
                    <a16:creationId xmlns:a16="http://schemas.microsoft.com/office/drawing/2014/main" id="{71487A67-5606-F388-F29B-B6AA328B55FD}"/>
                  </a:ext>
                </a:extLst>
              </p:cNvPr>
              <p:cNvSpPr/>
              <p:nvPr/>
            </p:nvSpPr>
            <p:spPr>
              <a:xfrm>
                <a:off x="5097665" y="1481030"/>
                <a:ext cx="180683" cy="64292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9" extrusionOk="0">
                    <a:moveTo>
                      <a:pt x="138" y="16"/>
                    </a:moveTo>
                    <a:cubicBezTo>
                      <a:pt x="130" y="16"/>
                      <a:pt x="120" y="16"/>
                      <a:pt x="108" y="16"/>
                    </a:cubicBezTo>
                    <a:cubicBezTo>
                      <a:pt x="97" y="16"/>
                      <a:pt x="86" y="14"/>
                      <a:pt x="75" y="13"/>
                    </a:cubicBezTo>
                    <a:cubicBezTo>
                      <a:pt x="64" y="11"/>
                      <a:pt x="54" y="10"/>
                      <a:pt x="42" y="6"/>
                    </a:cubicBezTo>
                    <a:cubicBezTo>
                      <a:pt x="31" y="5"/>
                      <a:pt x="20" y="2"/>
                      <a:pt x="7" y="0"/>
                    </a:cubicBezTo>
                    <a:lnTo>
                      <a:pt x="7" y="0"/>
                    </a:lnTo>
                    <a:cubicBezTo>
                      <a:pt x="3" y="0"/>
                      <a:pt x="0" y="2"/>
                      <a:pt x="0" y="5"/>
                    </a:cubicBezTo>
                    <a:cubicBezTo>
                      <a:pt x="0" y="6"/>
                      <a:pt x="0" y="8"/>
                      <a:pt x="2" y="8"/>
                    </a:cubicBezTo>
                    <a:cubicBezTo>
                      <a:pt x="10" y="17"/>
                      <a:pt x="20" y="27"/>
                      <a:pt x="31" y="33"/>
                    </a:cubicBezTo>
                    <a:cubicBezTo>
                      <a:pt x="42" y="40"/>
                      <a:pt x="54" y="44"/>
                      <a:pt x="67" y="49"/>
                    </a:cubicBezTo>
                    <a:cubicBezTo>
                      <a:pt x="80" y="54"/>
                      <a:pt x="93" y="55"/>
                      <a:pt x="106" y="57"/>
                    </a:cubicBezTo>
                    <a:cubicBezTo>
                      <a:pt x="119" y="59"/>
                      <a:pt x="132" y="59"/>
                      <a:pt x="147" y="55"/>
                    </a:cubicBezTo>
                    <a:cubicBezTo>
                      <a:pt x="158" y="54"/>
                      <a:pt x="166" y="43"/>
                      <a:pt x="163" y="30"/>
                    </a:cubicBezTo>
                    <a:cubicBezTo>
                      <a:pt x="161" y="21"/>
                      <a:pt x="152" y="13"/>
                      <a:pt x="142" y="13"/>
                    </a:cubicBezTo>
                    <a:lnTo>
                      <a:pt x="138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2660;p74">
                <a:extLst>
                  <a:ext uri="{FF2B5EF4-FFF2-40B4-BE49-F238E27FC236}">
                    <a16:creationId xmlns:a16="http://schemas.microsoft.com/office/drawing/2014/main" id="{C78D5B48-7CB7-5B78-1885-36E6A5D03B07}"/>
                  </a:ext>
                </a:extLst>
              </p:cNvPr>
              <p:cNvSpPr/>
              <p:nvPr/>
            </p:nvSpPr>
            <p:spPr>
              <a:xfrm>
                <a:off x="5404715" y="1469946"/>
                <a:ext cx="113065" cy="67618"/>
              </a:xfrm>
              <a:custGeom>
                <a:avLst/>
                <a:gdLst/>
                <a:ahLst/>
                <a:cxnLst/>
                <a:rect l="l" t="t" r="r" b="b"/>
                <a:pathLst>
                  <a:path w="103" h="62" extrusionOk="0">
                    <a:moveTo>
                      <a:pt x="103" y="28"/>
                    </a:moveTo>
                    <a:cubicBezTo>
                      <a:pt x="102" y="28"/>
                      <a:pt x="102" y="29"/>
                      <a:pt x="101" y="29"/>
                    </a:cubicBezTo>
                    <a:cubicBezTo>
                      <a:pt x="94" y="37"/>
                      <a:pt x="86" y="42"/>
                      <a:pt x="78" y="46"/>
                    </a:cubicBezTo>
                    <a:cubicBezTo>
                      <a:pt x="70" y="51"/>
                      <a:pt x="62" y="56"/>
                      <a:pt x="52" y="58"/>
                    </a:cubicBezTo>
                    <a:cubicBezTo>
                      <a:pt x="42" y="61"/>
                      <a:pt x="34" y="62"/>
                      <a:pt x="23" y="61"/>
                    </a:cubicBezTo>
                    <a:cubicBezTo>
                      <a:pt x="14" y="59"/>
                      <a:pt x="6" y="53"/>
                      <a:pt x="0" y="45"/>
                    </a:cubicBezTo>
                    <a:cubicBezTo>
                      <a:pt x="-3" y="34"/>
                      <a:pt x="5" y="23"/>
                      <a:pt x="16" y="20"/>
                    </a:cubicBezTo>
                    <a:lnTo>
                      <a:pt x="19" y="18"/>
                    </a:lnTo>
                    <a:cubicBezTo>
                      <a:pt x="24" y="16"/>
                      <a:pt x="32" y="16"/>
                      <a:pt x="39" y="15"/>
                    </a:cubicBezTo>
                    <a:cubicBezTo>
                      <a:pt x="47" y="13"/>
                      <a:pt x="54" y="12"/>
                      <a:pt x="60" y="10"/>
                    </a:cubicBezTo>
                    <a:cubicBezTo>
                      <a:pt x="67" y="8"/>
                      <a:pt x="75" y="5"/>
                      <a:pt x="81" y="4"/>
                    </a:cubicBezTo>
                    <a:cubicBezTo>
                      <a:pt x="86" y="3"/>
                      <a:pt x="91" y="2"/>
                      <a:pt x="96" y="0"/>
                    </a:cubicBezTo>
                    <a:cubicBezTo>
                      <a:pt x="98" y="8"/>
                      <a:pt x="100" y="17"/>
                      <a:pt x="103" y="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2661;p74">
                <a:extLst>
                  <a:ext uri="{FF2B5EF4-FFF2-40B4-BE49-F238E27FC236}">
                    <a16:creationId xmlns:a16="http://schemas.microsoft.com/office/drawing/2014/main" id="{3448A06D-3DAD-67C3-0B7B-1127CA4569F2}"/>
                  </a:ext>
                </a:extLst>
              </p:cNvPr>
              <p:cNvSpPr/>
              <p:nvPr/>
            </p:nvSpPr>
            <p:spPr>
              <a:xfrm>
                <a:off x="5382546" y="1571927"/>
                <a:ext cx="149645" cy="137453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25" extrusionOk="0">
                    <a:moveTo>
                      <a:pt x="135" y="118"/>
                    </a:moveTo>
                    <a:cubicBezTo>
                      <a:pt x="126" y="121"/>
                      <a:pt x="117" y="123"/>
                      <a:pt x="106" y="124"/>
                    </a:cubicBezTo>
                    <a:cubicBezTo>
                      <a:pt x="62" y="130"/>
                      <a:pt x="29" y="104"/>
                      <a:pt x="10" y="82"/>
                    </a:cubicBezTo>
                    <a:cubicBezTo>
                      <a:pt x="6" y="72"/>
                      <a:pt x="3" y="61"/>
                      <a:pt x="0" y="47"/>
                    </a:cubicBezTo>
                    <a:cubicBezTo>
                      <a:pt x="20" y="29"/>
                      <a:pt x="71" y="-12"/>
                      <a:pt x="132" y="3"/>
                    </a:cubicBezTo>
                    <a:cubicBezTo>
                      <a:pt x="135" y="30"/>
                      <a:pt x="137" y="69"/>
                      <a:pt x="135" y="1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662;p74">
                <a:extLst>
                  <a:ext uri="{FF2B5EF4-FFF2-40B4-BE49-F238E27FC236}">
                    <a16:creationId xmlns:a16="http://schemas.microsoft.com/office/drawing/2014/main" id="{718629A9-6712-4F04-2E56-A5B8EE1699B9}"/>
                  </a:ext>
                </a:extLst>
              </p:cNvPr>
              <p:cNvSpPr/>
              <p:nvPr/>
            </p:nvSpPr>
            <p:spPr>
              <a:xfrm>
                <a:off x="5430210" y="1588554"/>
                <a:ext cx="101981" cy="120825"/>
              </a:xfrm>
              <a:custGeom>
                <a:avLst/>
                <a:gdLst/>
                <a:ahLst/>
                <a:cxnLst/>
                <a:rect l="l" t="t" r="r" b="b"/>
                <a:pathLst>
                  <a:path w="93" h="110" extrusionOk="0">
                    <a:moveTo>
                      <a:pt x="92" y="103"/>
                    </a:moveTo>
                    <a:cubicBezTo>
                      <a:pt x="83" y="106"/>
                      <a:pt x="74" y="108"/>
                      <a:pt x="63" y="109"/>
                    </a:cubicBezTo>
                    <a:cubicBezTo>
                      <a:pt x="42" y="112"/>
                      <a:pt x="24" y="108"/>
                      <a:pt x="8" y="100"/>
                    </a:cubicBezTo>
                    <a:cubicBezTo>
                      <a:pt x="4" y="92"/>
                      <a:pt x="1" y="82"/>
                      <a:pt x="0" y="72"/>
                    </a:cubicBezTo>
                    <a:cubicBezTo>
                      <a:pt x="-4" y="36"/>
                      <a:pt x="22" y="3"/>
                      <a:pt x="57" y="0"/>
                    </a:cubicBezTo>
                    <a:cubicBezTo>
                      <a:pt x="69" y="-1"/>
                      <a:pt x="81" y="2"/>
                      <a:pt x="91" y="7"/>
                    </a:cubicBezTo>
                    <a:cubicBezTo>
                      <a:pt x="93" y="32"/>
                      <a:pt x="94" y="65"/>
                      <a:pt x="92" y="1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663;p74">
                <a:extLst>
                  <a:ext uri="{FF2B5EF4-FFF2-40B4-BE49-F238E27FC236}">
                    <a16:creationId xmlns:a16="http://schemas.microsoft.com/office/drawing/2014/main" id="{8B154ABD-C47C-47DD-007B-BFD0DD6C8E3B}"/>
                  </a:ext>
                </a:extLst>
              </p:cNvPr>
              <p:cNvSpPr/>
              <p:nvPr/>
            </p:nvSpPr>
            <p:spPr>
              <a:xfrm>
                <a:off x="5382546" y="1563059"/>
                <a:ext cx="145211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4" fill="none" extrusionOk="0">
                    <a:moveTo>
                      <a:pt x="132" y="4"/>
                    </a:moveTo>
                    <a:cubicBezTo>
                      <a:pt x="96" y="-6"/>
                      <a:pt x="50" y="1"/>
                      <a:pt x="0" y="54"/>
                    </a:cubicBezTo>
                  </a:path>
                </a:pathLst>
              </a:custGeom>
              <a:noFill/>
              <a:ln w="108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5400" tIns="0" rIns="954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664;p74">
                <a:extLst>
                  <a:ext uri="{FF2B5EF4-FFF2-40B4-BE49-F238E27FC236}">
                    <a16:creationId xmlns:a16="http://schemas.microsoft.com/office/drawing/2014/main" id="{79028E44-1584-A9F0-1611-E1C55CF16E22}"/>
                  </a:ext>
                </a:extLst>
              </p:cNvPr>
              <p:cNvSpPr/>
              <p:nvPr/>
            </p:nvSpPr>
            <p:spPr>
              <a:xfrm>
                <a:off x="5057760" y="1587446"/>
                <a:ext cx="240540" cy="137453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25" extrusionOk="0">
                    <a:moveTo>
                      <a:pt x="0" y="56"/>
                    </a:moveTo>
                    <a:cubicBezTo>
                      <a:pt x="0" y="56"/>
                      <a:pt x="108" y="-69"/>
                      <a:pt x="218" y="53"/>
                    </a:cubicBezTo>
                    <a:cubicBezTo>
                      <a:pt x="218" y="53"/>
                      <a:pt x="188" y="116"/>
                      <a:pt x="116" y="124"/>
                    </a:cubicBezTo>
                    <a:cubicBezTo>
                      <a:pt x="44" y="134"/>
                      <a:pt x="0" y="56"/>
                      <a:pt x="0" y="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665;p74">
                <a:extLst>
                  <a:ext uri="{FF2B5EF4-FFF2-40B4-BE49-F238E27FC236}">
                    <a16:creationId xmlns:a16="http://schemas.microsoft.com/office/drawing/2014/main" id="{3F0E7092-C214-47B1-2BDF-26327D165ED4}"/>
                  </a:ext>
                </a:extLst>
              </p:cNvPr>
              <p:cNvSpPr/>
              <p:nvPr/>
            </p:nvSpPr>
            <p:spPr>
              <a:xfrm>
                <a:off x="5129811" y="1600747"/>
                <a:ext cx="152971" cy="124151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13" extrusionOk="0">
                    <a:moveTo>
                      <a:pt x="51" y="113"/>
                    </a:moveTo>
                    <a:cubicBezTo>
                      <a:pt x="39" y="114"/>
                      <a:pt x="28" y="113"/>
                      <a:pt x="17" y="111"/>
                    </a:cubicBezTo>
                    <a:cubicBezTo>
                      <a:pt x="8" y="100"/>
                      <a:pt x="2" y="88"/>
                      <a:pt x="0" y="73"/>
                    </a:cubicBezTo>
                    <a:cubicBezTo>
                      <a:pt x="-3" y="36"/>
                      <a:pt x="26" y="3"/>
                      <a:pt x="64" y="0"/>
                    </a:cubicBezTo>
                    <a:cubicBezTo>
                      <a:pt x="103" y="-3"/>
                      <a:pt x="136" y="25"/>
                      <a:pt x="139" y="61"/>
                    </a:cubicBezTo>
                    <a:cubicBezTo>
                      <a:pt x="139" y="62"/>
                      <a:pt x="139" y="62"/>
                      <a:pt x="139" y="63"/>
                    </a:cubicBezTo>
                    <a:cubicBezTo>
                      <a:pt x="124" y="82"/>
                      <a:pt x="95" y="108"/>
                      <a:pt x="51" y="1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666;p74">
                <a:extLst>
                  <a:ext uri="{FF2B5EF4-FFF2-40B4-BE49-F238E27FC236}">
                    <a16:creationId xmlns:a16="http://schemas.microsoft.com/office/drawing/2014/main" id="{AC1FD5F1-2E1F-9534-041A-315565D3E4F7}"/>
                  </a:ext>
                </a:extLst>
              </p:cNvPr>
              <p:cNvSpPr/>
              <p:nvPr/>
            </p:nvSpPr>
            <p:spPr>
              <a:xfrm>
                <a:off x="5053326" y="1563059"/>
                <a:ext cx="253843" cy="88679"/>
              </a:xfrm>
              <a:custGeom>
                <a:avLst/>
                <a:gdLst/>
                <a:ahLst/>
                <a:cxnLst/>
                <a:rect l="l" t="t" r="r" b="b"/>
                <a:pathLst>
                  <a:path w="230" h="81" extrusionOk="0">
                    <a:moveTo>
                      <a:pt x="218" y="76"/>
                    </a:moveTo>
                    <a:cubicBezTo>
                      <a:pt x="167" y="29"/>
                      <a:pt x="107" y="8"/>
                      <a:pt x="47" y="53"/>
                    </a:cubicBezTo>
                    <a:cubicBezTo>
                      <a:pt x="34" y="61"/>
                      <a:pt x="22" y="72"/>
                      <a:pt x="9" y="80"/>
                    </a:cubicBezTo>
                    <a:cubicBezTo>
                      <a:pt x="6" y="81"/>
                      <a:pt x="3" y="81"/>
                      <a:pt x="1" y="78"/>
                    </a:cubicBezTo>
                    <a:cubicBezTo>
                      <a:pt x="-1" y="76"/>
                      <a:pt x="-1" y="73"/>
                      <a:pt x="1" y="72"/>
                    </a:cubicBezTo>
                    <a:cubicBezTo>
                      <a:pt x="12" y="53"/>
                      <a:pt x="27" y="35"/>
                      <a:pt x="47" y="23"/>
                    </a:cubicBezTo>
                    <a:cubicBezTo>
                      <a:pt x="84" y="-7"/>
                      <a:pt x="144" y="-9"/>
                      <a:pt x="183" y="21"/>
                    </a:cubicBezTo>
                    <a:cubicBezTo>
                      <a:pt x="203" y="34"/>
                      <a:pt x="218" y="51"/>
                      <a:pt x="229" y="70"/>
                    </a:cubicBezTo>
                    <a:cubicBezTo>
                      <a:pt x="231" y="73"/>
                      <a:pt x="229" y="76"/>
                      <a:pt x="227" y="78"/>
                    </a:cubicBezTo>
                    <a:cubicBezTo>
                      <a:pt x="222" y="80"/>
                      <a:pt x="219" y="78"/>
                      <a:pt x="218" y="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667;p74">
                <a:extLst>
                  <a:ext uri="{FF2B5EF4-FFF2-40B4-BE49-F238E27FC236}">
                    <a16:creationId xmlns:a16="http://schemas.microsoft.com/office/drawing/2014/main" id="{3B317068-0DB1-ADB0-EC4E-46EA612692A1}"/>
                  </a:ext>
                </a:extLst>
              </p:cNvPr>
              <p:cNvSpPr/>
              <p:nvPr/>
            </p:nvSpPr>
            <p:spPr>
              <a:xfrm>
                <a:off x="5375895" y="1600747"/>
                <a:ext cx="56533" cy="144104"/>
              </a:xfrm>
              <a:custGeom>
                <a:avLst/>
                <a:gdLst/>
                <a:ahLst/>
                <a:cxnLst/>
                <a:rect l="l" t="t" r="r" b="b"/>
                <a:pathLst>
                  <a:path w="52" h="131" fill="none" extrusionOk="0">
                    <a:moveTo>
                      <a:pt x="0" y="0"/>
                    </a:moveTo>
                    <a:cubicBezTo>
                      <a:pt x="11" y="66"/>
                      <a:pt x="40" y="85"/>
                      <a:pt x="40" y="85"/>
                    </a:cubicBezTo>
                    <a:cubicBezTo>
                      <a:pt x="40" y="85"/>
                      <a:pt x="57" y="98"/>
                      <a:pt x="50" y="114"/>
                    </a:cubicBezTo>
                    <a:cubicBezTo>
                      <a:pt x="44" y="130"/>
                      <a:pt x="34" y="122"/>
                      <a:pt x="19" y="13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1075" rIns="91075" bIns="1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668;p74">
                <a:extLst>
                  <a:ext uri="{FF2B5EF4-FFF2-40B4-BE49-F238E27FC236}">
                    <a16:creationId xmlns:a16="http://schemas.microsoft.com/office/drawing/2014/main" id="{DB6FEB34-345B-B634-A4F4-68FE87DEFFA9}"/>
                  </a:ext>
                </a:extLst>
              </p:cNvPr>
              <p:cNvSpPr/>
              <p:nvPr/>
            </p:nvSpPr>
            <p:spPr>
              <a:xfrm>
                <a:off x="5341532" y="1737092"/>
                <a:ext cx="15519" cy="4434"/>
              </a:xfrm>
              <a:custGeom>
                <a:avLst/>
                <a:gdLst/>
                <a:ahLst/>
                <a:cxnLst/>
                <a:rect l="l" t="t" r="r" b="b"/>
                <a:pathLst>
                  <a:path w="15" h="5" fill="none" extrusionOk="0">
                    <a:moveTo>
                      <a:pt x="15" y="0"/>
                    </a:moveTo>
                    <a:cubicBezTo>
                      <a:pt x="15" y="0"/>
                      <a:pt x="11" y="-1"/>
                      <a:pt x="8" y="0"/>
                    </a:cubicBezTo>
                    <a:cubicBezTo>
                      <a:pt x="3" y="0"/>
                      <a:pt x="0" y="5"/>
                      <a:pt x="0" y="5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669;p74">
                <a:extLst>
                  <a:ext uri="{FF2B5EF4-FFF2-40B4-BE49-F238E27FC236}">
                    <a16:creationId xmlns:a16="http://schemas.microsoft.com/office/drawing/2014/main" id="{F08107E4-F1E7-C965-141E-6FD25EDFD3C9}"/>
                  </a:ext>
                </a:extLst>
              </p:cNvPr>
              <p:cNvSpPr/>
              <p:nvPr/>
            </p:nvSpPr>
            <p:spPr>
              <a:xfrm>
                <a:off x="5311603" y="1700511"/>
                <a:ext cx="11085" cy="44340"/>
              </a:xfrm>
              <a:custGeom>
                <a:avLst/>
                <a:gdLst/>
                <a:ahLst/>
                <a:cxnLst/>
                <a:rect l="l" t="t" r="r" b="b"/>
                <a:pathLst>
                  <a:path w="11" h="41" fill="none" extrusionOk="0">
                    <a:moveTo>
                      <a:pt x="11" y="0"/>
                    </a:moveTo>
                    <a:cubicBezTo>
                      <a:pt x="11" y="0"/>
                      <a:pt x="-12" y="14"/>
                      <a:pt x="7" y="4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670;p74">
                <a:extLst>
                  <a:ext uri="{FF2B5EF4-FFF2-40B4-BE49-F238E27FC236}">
                    <a16:creationId xmlns:a16="http://schemas.microsoft.com/office/drawing/2014/main" id="{EB827D1F-1AF0-E3C3-315E-FA5D646AE6C4}"/>
                  </a:ext>
                </a:extLst>
              </p:cNvPr>
              <p:cNvSpPr/>
              <p:nvPr/>
            </p:nvSpPr>
            <p:spPr>
              <a:xfrm>
                <a:off x="4742950" y="1095276"/>
                <a:ext cx="823601" cy="575306"/>
              </a:xfrm>
              <a:custGeom>
                <a:avLst/>
                <a:gdLst/>
                <a:ahLst/>
                <a:cxnLst/>
                <a:rect l="l" t="t" r="r" b="b"/>
                <a:pathLst>
                  <a:path w="744" h="520" extrusionOk="0">
                    <a:moveTo>
                      <a:pt x="63" y="400"/>
                    </a:moveTo>
                    <a:cubicBezTo>
                      <a:pt x="63" y="400"/>
                      <a:pt x="99" y="481"/>
                      <a:pt x="100" y="508"/>
                    </a:cubicBezTo>
                    <a:cubicBezTo>
                      <a:pt x="102" y="535"/>
                      <a:pt x="177" y="505"/>
                      <a:pt x="177" y="505"/>
                    </a:cubicBezTo>
                    <a:cubicBezTo>
                      <a:pt x="177" y="505"/>
                      <a:pt x="218" y="429"/>
                      <a:pt x="221" y="416"/>
                    </a:cubicBezTo>
                    <a:cubicBezTo>
                      <a:pt x="222" y="403"/>
                      <a:pt x="275" y="267"/>
                      <a:pt x="275" y="261"/>
                    </a:cubicBezTo>
                    <a:cubicBezTo>
                      <a:pt x="275" y="255"/>
                      <a:pt x="470" y="332"/>
                      <a:pt x="498" y="261"/>
                    </a:cubicBezTo>
                    <a:cubicBezTo>
                      <a:pt x="498" y="261"/>
                      <a:pt x="594" y="305"/>
                      <a:pt x="673" y="285"/>
                    </a:cubicBezTo>
                    <a:cubicBezTo>
                      <a:pt x="673" y="285"/>
                      <a:pt x="685" y="310"/>
                      <a:pt x="686" y="316"/>
                    </a:cubicBezTo>
                    <a:lnTo>
                      <a:pt x="696" y="286"/>
                    </a:lnTo>
                    <a:cubicBezTo>
                      <a:pt x="696" y="286"/>
                      <a:pt x="782" y="240"/>
                      <a:pt x="724" y="141"/>
                    </a:cubicBezTo>
                    <a:cubicBezTo>
                      <a:pt x="667" y="41"/>
                      <a:pt x="439" y="71"/>
                      <a:pt x="439" y="71"/>
                    </a:cubicBezTo>
                    <a:cubicBezTo>
                      <a:pt x="439" y="71"/>
                      <a:pt x="411" y="-30"/>
                      <a:pt x="240" y="9"/>
                    </a:cubicBezTo>
                    <a:cubicBezTo>
                      <a:pt x="69" y="49"/>
                      <a:pt x="63" y="163"/>
                      <a:pt x="63" y="163"/>
                    </a:cubicBezTo>
                    <a:cubicBezTo>
                      <a:pt x="63" y="163"/>
                      <a:pt x="-51" y="215"/>
                      <a:pt x="27" y="400"/>
                    </a:cubicBezTo>
                    <a:cubicBezTo>
                      <a:pt x="27" y="397"/>
                      <a:pt x="45" y="396"/>
                      <a:pt x="63" y="4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671;p74">
                <a:extLst>
                  <a:ext uri="{FF2B5EF4-FFF2-40B4-BE49-F238E27FC236}">
                    <a16:creationId xmlns:a16="http://schemas.microsoft.com/office/drawing/2014/main" id="{F999A212-ABF5-A05C-6768-3C359182BF5A}"/>
                  </a:ext>
                </a:extLst>
              </p:cNvPr>
              <p:cNvSpPr/>
              <p:nvPr/>
            </p:nvSpPr>
            <p:spPr>
              <a:xfrm>
                <a:off x="4852690" y="1641762"/>
                <a:ext cx="673961" cy="416792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77" extrusionOk="0">
                    <a:moveTo>
                      <a:pt x="304" y="346"/>
                    </a:moveTo>
                    <a:cubicBezTo>
                      <a:pt x="-10" y="221"/>
                      <a:pt x="0" y="172"/>
                      <a:pt x="0" y="172"/>
                    </a:cubicBezTo>
                    <a:cubicBezTo>
                      <a:pt x="11" y="124"/>
                      <a:pt x="0" y="15"/>
                      <a:pt x="0" y="15"/>
                    </a:cubicBezTo>
                    <a:cubicBezTo>
                      <a:pt x="21" y="-17"/>
                      <a:pt x="76" y="12"/>
                      <a:pt x="76" y="12"/>
                    </a:cubicBezTo>
                    <a:cubicBezTo>
                      <a:pt x="143" y="53"/>
                      <a:pt x="293" y="140"/>
                      <a:pt x="293" y="140"/>
                    </a:cubicBezTo>
                    <a:cubicBezTo>
                      <a:pt x="498" y="56"/>
                      <a:pt x="558" y="140"/>
                      <a:pt x="558" y="140"/>
                    </a:cubicBezTo>
                    <a:cubicBezTo>
                      <a:pt x="571" y="134"/>
                      <a:pt x="609" y="124"/>
                      <a:pt x="609" y="124"/>
                    </a:cubicBezTo>
                    <a:cubicBezTo>
                      <a:pt x="602" y="178"/>
                      <a:pt x="617" y="471"/>
                      <a:pt x="304" y="346"/>
                    </a:cubicBezTo>
                    <a:moveTo>
                      <a:pt x="351" y="252"/>
                    </a:moveTo>
                    <a:cubicBezTo>
                      <a:pt x="381" y="264"/>
                      <a:pt x="420" y="271"/>
                      <a:pt x="478" y="271"/>
                    </a:cubicBezTo>
                    <a:cubicBezTo>
                      <a:pt x="491" y="270"/>
                      <a:pt x="509" y="240"/>
                      <a:pt x="512" y="214"/>
                    </a:cubicBezTo>
                    <a:cubicBezTo>
                      <a:pt x="519" y="176"/>
                      <a:pt x="521" y="137"/>
                      <a:pt x="441" y="129"/>
                    </a:cubicBezTo>
                    <a:cubicBezTo>
                      <a:pt x="374" y="124"/>
                      <a:pt x="348" y="167"/>
                      <a:pt x="337" y="202"/>
                    </a:cubicBezTo>
                    <a:cubicBezTo>
                      <a:pt x="329" y="224"/>
                      <a:pt x="337" y="248"/>
                      <a:pt x="351" y="25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672;p74">
                <a:extLst>
                  <a:ext uri="{FF2B5EF4-FFF2-40B4-BE49-F238E27FC236}">
                    <a16:creationId xmlns:a16="http://schemas.microsoft.com/office/drawing/2014/main" id="{A6A8B15F-0824-32E1-8C89-60E67141D078}"/>
                  </a:ext>
                </a:extLst>
              </p:cNvPr>
              <p:cNvSpPr/>
              <p:nvPr/>
            </p:nvSpPr>
            <p:spPr>
              <a:xfrm>
                <a:off x="4772879" y="3145982"/>
                <a:ext cx="700565" cy="494386"/>
              </a:xfrm>
              <a:custGeom>
                <a:avLst/>
                <a:gdLst/>
                <a:ahLst/>
                <a:cxnLst/>
                <a:rect l="l" t="t" r="r" b="b"/>
                <a:pathLst>
                  <a:path w="633" h="447" extrusionOk="0">
                    <a:moveTo>
                      <a:pt x="0" y="133"/>
                    </a:moveTo>
                    <a:cubicBezTo>
                      <a:pt x="41" y="99"/>
                      <a:pt x="165" y="0"/>
                      <a:pt x="251" y="0"/>
                    </a:cubicBezTo>
                    <a:cubicBezTo>
                      <a:pt x="295" y="0"/>
                      <a:pt x="335" y="7"/>
                      <a:pt x="340" y="21"/>
                    </a:cubicBezTo>
                    <a:cubicBezTo>
                      <a:pt x="360" y="91"/>
                      <a:pt x="290" y="64"/>
                      <a:pt x="259" y="99"/>
                    </a:cubicBezTo>
                    <a:cubicBezTo>
                      <a:pt x="254" y="103"/>
                      <a:pt x="256" y="111"/>
                      <a:pt x="262" y="111"/>
                    </a:cubicBezTo>
                    <a:cubicBezTo>
                      <a:pt x="355" y="119"/>
                      <a:pt x="482" y="97"/>
                      <a:pt x="482" y="97"/>
                    </a:cubicBezTo>
                    <a:cubicBezTo>
                      <a:pt x="482" y="97"/>
                      <a:pt x="575" y="62"/>
                      <a:pt x="589" y="127"/>
                    </a:cubicBezTo>
                    <a:cubicBezTo>
                      <a:pt x="602" y="187"/>
                      <a:pt x="436" y="178"/>
                      <a:pt x="420" y="184"/>
                    </a:cubicBezTo>
                    <a:lnTo>
                      <a:pt x="420" y="184"/>
                    </a:lnTo>
                    <a:cubicBezTo>
                      <a:pt x="420" y="184"/>
                      <a:pt x="637" y="135"/>
                      <a:pt x="633" y="211"/>
                    </a:cubicBezTo>
                    <a:cubicBezTo>
                      <a:pt x="632" y="265"/>
                      <a:pt x="445" y="281"/>
                      <a:pt x="415" y="281"/>
                    </a:cubicBezTo>
                    <a:lnTo>
                      <a:pt x="415" y="281"/>
                    </a:lnTo>
                    <a:cubicBezTo>
                      <a:pt x="606" y="194"/>
                      <a:pt x="591" y="285"/>
                      <a:pt x="591" y="285"/>
                    </a:cubicBezTo>
                    <a:cubicBezTo>
                      <a:pt x="581" y="327"/>
                      <a:pt x="516" y="346"/>
                      <a:pt x="493" y="342"/>
                    </a:cubicBezTo>
                    <a:lnTo>
                      <a:pt x="493" y="342"/>
                    </a:lnTo>
                    <a:cubicBezTo>
                      <a:pt x="497" y="346"/>
                      <a:pt x="542" y="314"/>
                      <a:pt x="534" y="365"/>
                    </a:cubicBezTo>
                    <a:cubicBezTo>
                      <a:pt x="524" y="425"/>
                      <a:pt x="334" y="441"/>
                      <a:pt x="262" y="445"/>
                    </a:cubicBezTo>
                    <a:cubicBezTo>
                      <a:pt x="168" y="453"/>
                      <a:pt x="88" y="426"/>
                      <a:pt x="44" y="407"/>
                    </a:cubicBez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9D532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673;p74">
                <a:extLst>
                  <a:ext uri="{FF2B5EF4-FFF2-40B4-BE49-F238E27FC236}">
                    <a16:creationId xmlns:a16="http://schemas.microsoft.com/office/drawing/2014/main" id="{508A8017-0148-C3A3-48E6-43F8DDB3861E}"/>
                  </a:ext>
                </a:extLst>
              </p:cNvPr>
              <p:cNvSpPr/>
              <p:nvPr/>
            </p:nvSpPr>
            <p:spPr>
              <a:xfrm>
                <a:off x="4771771" y="3145982"/>
                <a:ext cx="651790" cy="49438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47" fill="none" extrusionOk="0">
                    <a:moveTo>
                      <a:pt x="535" y="365"/>
                    </a:moveTo>
                    <a:cubicBezTo>
                      <a:pt x="525" y="425"/>
                      <a:pt x="335" y="441"/>
                      <a:pt x="263" y="445"/>
                    </a:cubicBezTo>
                    <a:cubicBezTo>
                      <a:pt x="169" y="453"/>
                      <a:pt x="89" y="426"/>
                      <a:pt x="45" y="407"/>
                    </a:cubicBezTo>
                    <a:lnTo>
                      <a:pt x="27" y="303"/>
                    </a:lnTo>
                    <a:lnTo>
                      <a:pt x="0" y="133"/>
                    </a:lnTo>
                    <a:cubicBezTo>
                      <a:pt x="40" y="99"/>
                      <a:pt x="164" y="0"/>
                      <a:pt x="250" y="0"/>
                    </a:cubicBezTo>
                    <a:cubicBezTo>
                      <a:pt x="294" y="0"/>
                      <a:pt x="335" y="7"/>
                      <a:pt x="340" y="21"/>
                    </a:cubicBezTo>
                    <a:cubicBezTo>
                      <a:pt x="359" y="91"/>
                      <a:pt x="289" y="64"/>
                      <a:pt x="258" y="99"/>
                    </a:cubicBezTo>
                    <a:cubicBezTo>
                      <a:pt x="253" y="103"/>
                      <a:pt x="255" y="111"/>
                      <a:pt x="262" y="111"/>
                    </a:cubicBezTo>
                    <a:cubicBezTo>
                      <a:pt x="354" y="119"/>
                      <a:pt x="481" y="97"/>
                      <a:pt x="481" y="97"/>
                    </a:cubicBezTo>
                    <a:cubicBezTo>
                      <a:pt x="481" y="97"/>
                      <a:pt x="574" y="62"/>
                      <a:pt x="589" y="127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46075" rIns="91075" bIns="460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674;p74">
                <a:extLst>
                  <a:ext uri="{FF2B5EF4-FFF2-40B4-BE49-F238E27FC236}">
                    <a16:creationId xmlns:a16="http://schemas.microsoft.com/office/drawing/2014/main" id="{DB168D3C-52D2-7551-16B9-BF9C3AAC5562}"/>
                  </a:ext>
                </a:extLst>
              </p:cNvPr>
              <p:cNvSpPr/>
              <p:nvPr/>
            </p:nvSpPr>
            <p:spPr>
              <a:xfrm>
                <a:off x="5086580" y="3332209"/>
                <a:ext cx="300400" cy="52099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8" fill="none" extrusionOk="0">
                    <a:moveTo>
                      <a:pt x="272" y="0"/>
                    </a:moveTo>
                    <a:cubicBezTo>
                      <a:pt x="272" y="0"/>
                      <a:pt x="127" y="51"/>
                      <a:pt x="0" y="4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675;p74">
                <a:extLst>
                  <a:ext uri="{FF2B5EF4-FFF2-40B4-BE49-F238E27FC236}">
                    <a16:creationId xmlns:a16="http://schemas.microsoft.com/office/drawing/2014/main" id="{78A80B17-F0A4-FCC8-FE09-562B591B3892}"/>
                  </a:ext>
                </a:extLst>
              </p:cNvPr>
              <p:cNvSpPr/>
              <p:nvPr/>
            </p:nvSpPr>
            <p:spPr>
              <a:xfrm>
                <a:off x="5086580" y="3430864"/>
                <a:ext cx="332546" cy="62076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7" fill="none" extrusionOk="0">
                    <a:moveTo>
                      <a:pt x="0" y="57"/>
                    </a:moveTo>
                    <a:cubicBezTo>
                      <a:pt x="129" y="60"/>
                      <a:pt x="301" y="0"/>
                      <a:pt x="30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676;p74">
                <a:extLst>
                  <a:ext uri="{FF2B5EF4-FFF2-40B4-BE49-F238E27FC236}">
                    <a16:creationId xmlns:a16="http://schemas.microsoft.com/office/drawing/2014/main" id="{B4B562F3-7A93-4B65-0654-ACEE7EAA5E02}"/>
                  </a:ext>
                </a:extLst>
              </p:cNvPr>
              <p:cNvSpPr/>
              <p:nvPr/>
            </p:nvSpPr>
            <p:spPr>
              <a:xfrm>
                <a:off x="5086580" y="3520652"/>
                <a:ext cx="268253" cy="4988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46" fill="none" extrusionOk="0">
                    <a:moveTo>
                      <a:pt x="0" y="46"/>
                    </a:moveTo>
                    <a:cubicBezTo>
                      <a:pt x="127" y="44"/>
                      <a:pt x="243" y="0"/>
                      <a:pt x="243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075" tIns="0" rIns="91075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677;p74">
                <a:extLst>
                  <a:ext uri="{FF2B5EF4-FFF2-40B4-BE49-F238E27FC236}">
                    <a16:creationId xmlns:a16="http://schemas.microsoft.com/office/drawing/2014/main" id="{46E3151B-0AE2-EEEA-1206-50DFC9EF7762}"/>
                  </a:ext>
                </a:extLst>
              </p:cNvPr>
              <p:cNvSpPr/>
              <p:nvPr/>
            </p:nvSpPr>
            <p:spPr>
              <a:xfrm>
                <a:off x="5246202" y="1829096"/>
                <a:ext cx="176249" cy="90896"/>
              </a:xfrm>
              <a:custGeom>
                <a:avLst/>
                <a:gdLst/>
                <a:ahLst/>
                <a:cxnLst/>
                <a:rect l="l" t="t" r="r" b="b"/>
                <a:pathLst>
                  <a:path w="160" h="83" extrusionOk="0">
                    <a:moveTo>
                      <a:pt x="0" y="0"/>
                    </a:moveTo>
                    <a:cubicBezTo>
                      <a:pt x="0" y="0"/>
                      <a:pt x="63" y="11"/>
                      <a:pt x="159" y="11"/>
                    </a:cubicBezTo>
                    <a:cubicBezTo>
                      <a:pt x="159" y="11"/>
                      <a:pt x="170" y="88"/>
                      <a:pt x="74" y="82"/>
                    </a:cubicBezTo>
                    <a:cubicBezTo>
                      <a:pt x="-10" y="7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678;p74">
                <a:extLst>
                  <a:ext uri="{FF2B5EF4-FFF2-40B4-BE49-F238E27FC236}">
                    <a16:creationId xmlns:a16="http://schemas.microsoft.com/office/drawing/2014/main" id="{9ED6043E-F8FF-51A9-F7DA-77780F298646}"/>
                  </a:ext>
                </a:extLst>
              </p:cNvPr>
              <p:cNvSpPr/>
              <p:nvPr/>
            </p:nvSpPr>
            <p:spPr>
              <a:xfrm>
                <a:off x="5246202" y="1829096"/>
                <a:ext cx="175140" cy="2771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6" extrusionOk="0">
                    <a:moveTo>
                      <a:pt x="0" y="0"/>
                    </a:moveTo>
                    <a:cubicBezTo>
                      <a:pt x="0" y="0"/>
                      <a:pt x="76" y="49"/>
                      <a:pt x="15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679;p74">
                <a:extLst>
                  <a:ext uri="{FF2B5EF4-FFF2-40B4-BE49-F238E27FC236}">
                    <a16:creationId xmlns:a16="http://schemas.microsoft.com/office/drawing/2014/main" id="{FB60DC5A-11B8-60A4-3CF8-D89D2F15FD14}"/>
                  </a:ext>
                </a:extLst>
              </p:cNvPr>
              <p:cNvSpPr/>
              <p:nvPr/>
            </p:nvSpPr>
            <p:spPr>
              <a:xfrm>
                <a:off x="5269480" y="1890063"/>
                <a:ext cx="126367" cy="33255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1" extrusionOk="0">
                    <a:moveTo>
                      <a:pt x="115" y="14"/>
                    </a:moveTo>
                    <a:cubicBezTo>
                      <a:pt x="115" y="14"/>
                      <a:pt x="96" y="2"/>
                      <a:pt x="63" y="0"/>
                    </a:cubicBezTo>
                    <a:cubicBezTo>
                      <a:pt x="32" y="-2"/>
                      <a:pt x="0" y="6"/>
                      <a:pt x="0" y="6"/>
                    </a:cubicBezTo>
                    <a:cubicBezTo>
                      <a:pt x="0" y="6"/>
                      <a:pt x="16" y="27"/>
                      <a:pt x="60" y="30"/>
                    </a:cubicBezTo>
                    <a:cubicBezTo>
                      <a:pt x="94" y="32"/>
                      <a:pt x="115" y="14"/>
                      <a:pt x="115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" name="Google Shape;2680;p74">
              <a:extLst>
                <a:ext uri="{FF2B5EF4-FFF2-40B4-BE49-F238E27FC236}">
                  <a16:creationId xmlns:a16="http://schemas.microsoft.com/office/drawing/2014/main" id="{7100CCB2-1D19-B4D6-ECE1-C46B6625D469}"/>
                </a:ext>
              </a:extLst>
            </p:cNvPr>
            <p:cNvSpPr/>
            <p:nvPr/>
          </p:nvSpPr>
          <p:spPr>
            <a:xfrm rot="10800000">
              <a:off x="3329300" y="2912710"/>
              <a:ext cx="325800" cy="434880"/>
            </a:xfrm>
            <a:custGeom>
              <a:avLst/>
              <a:gdLst/>
              <a:ahLst/>
              <a:cxnLst/>
              <a:rect l="l" t="t" r="r" b="b"/>
              <a:pathLst>
                <a:path w="905" h="1208" extrusionOk="0">
                  <a:moveTo>
                    <a:pt x="221" y="258"/>
                  </a:moveTo>
                  <a:lnTo>
                    <a:pt x="221" y="258"/>
                  </a:lnTo>
                  <a:cubicBezTo>
                    <a:pt x="99" y="258"/>
                    <a:pt x="0" y="358"/>
                    <a:pt x="0" y="480"/>
                  </a:cubicBezTo>
                  <a:lnTo>
                    <a:pt x="0" y="986"/>
                  </a:lnTo>
                  <a:cubicBezTo>
                    <a:pt x="0" y="1109"/>
                    <a:pt x="99" y="1208"/>
                    <a:pt x="221" y="1208"/>
                  </a:cubicBezTo>
                  <a:lnTo>
                    <a:pt x="683" y="1208"/>
                  </a:lnTo>
                  <a:cubicBezTo>
                    <a:pt x="806" y="1208"/>
                    <a:pt x="905" y="1109"/>
                    <a:pt x="905" y="986"/>
                  </a:cubicBezTo>
                  <a:lnTo>
                    <a:pt x="905" y="480"/>
                  </a:lnTo>
                  <a:cubicBezTo>
                    <a:pt x="905" y="358"/>
                    <a:pt x="806" y="258"/>
                    <a:pt x="683" y="258"/>
                  </a:cubicBezTo>
                  <a:lnTo>
                    <a:pt x="469" y="258"/>
                  </a:lnTo>
                  <a:cubicBezTo>
                    <a:pt x="466" y="258"/>
                    <a:pt x="463" y="257"/>
                    <a:pt x="461" y="255"/>
                  </a:cubicBezTo>
                  <a:lnTo>
                    <a:pt x="176" y="3"/>
                  </a:lnTo>
                  <a:cubicBezTo>
                    <a:pt x="165" y="-6"/>
                    <a:pt x="150" y="5"/>
                    <a:pt x="155" y="17"/>
                  </a:cubicBezTo>
                  <a:lnTo>
                    <a:pt x="234" y="241"/>
                  </a:lnTo>
                  <a:cubicBezTo>
                    <a:pt x="237" y="250"/>
                    <a:pt x="230" y="258"/>
                    <a:pt x="221" y="2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" name="Picture 5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D6C06C96-C023-F394-348D-72F656CCB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00" t="1853" r="34468" b="1936"/>
          <a:stretch/>
        </p:blipFill>
        <p:spPr>
          <a:xfrm>
            <a:off x="9241652" y="469867"/>
            <a:ext cx="2162706" cy="2170463"/>
          </a:xfrm>
          <a:prstGeom prst="ellipse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6BC3D1F-28C7-DCA3-CAC1-5422251993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65447" y="3447248"/>
            <a:ext cx="7231481" cy="1600200"/>
          </a:xfrm>
        </p:spPr>
        <p:txBody>
          <a:bodyPr/>
          <a:lstStyle/>
          <a:p>
            <a:pPr eaLnBrk="1" hangingPunct="1"/>
            <a:r>
              <a:rPr lang="en-US" altLang="en-US" b="1" u="sng" dirty="0"/>
              <a:t>Major Project</a:t>
            </a:r>
          </a:p>
          <a:p>
            <a:pPr eaLnBrk="1" hangingPunct="1"/>
            <a:r>
              <a:rPr lang="en-US" altLang="en-US" dirty="0">
                <a:latin typeface="Bahnschrift Light SemiCondensed" panose="020B0502040204020203" pitchFamily="34" charset="0"/>
              </a:rPr>
              <a:t>Submitted By	-	Abhishek Kumar Tripathi</a:t>
            </a:r>
          </a:p>
          <a:p>
            <a:pPr eaLnBrk="1" hangingPunct="1"/>
            <a:r>
              <a:rPr lang="en-US" altLang="en-US" dirty="0">
                <a:latin typeface="Bahnschrift Light SemiCondensed" panose="020B0502040204020203" pitchFamily="34" charset="0"/>
              </a:rPr>
              <a:t>Entry No	-	2024EET2845</a:t>
            </a:r>
          </a:p>
          <a:p>
            <a:pPr eaLnBrk="1" hangingPunct="1"/>
            <a:r>
              <a:rPr lang="en-US" altLang="en-US" dirty="0">
                <a:latin typeface="Bahnschrift Light SemiCondensed" panose="020B0502040204020203" pitchFamily="34" charset="0"/>
              </a:rPr>
              <a:t>Guide		-	Prof Harshan Jagdeesh</a:t>
            </a:r>
          </a:p>
        </p:txBody>
      </p:sp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AD6ED5E-6255-A10D-1B61-1C38A65A0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79308" y="1822269"/>
            <a:ext cx="960120" cy="9601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33" y="-139411"/>
            <a:ext cx="8762246" cy="1325880"/>
          </a:xfrm>
        </p:spPr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971658"/>
            <a:ext cx="8659368" cy="749808"/>
          </a:xfrm>
        </p:spPr>
        <p:txBody>
          <a:bodyPr/>
          <a:lstStyle/>
          <a:p>
            <a:r>
              <a:rPr lang="en-US" sz="3600" dirty="0"/>
              <a:t>FL Basics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79EAB77-EA1B-845C-B39D-F4147B3C0E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3880" y="871074"/>
            <a:ext cx="960120" cy="960120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939944"/>
            <a:ext cx="8446416" cy="749808"/>
          </a:xfrm>
        </p:spPr>
        <p:txBody>
          <a:bodyPr/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2946981"/>
            <a:ext cx="8659368" cy="749808"/>
          </a:xfrm>
        </p:spPr>
        <p:txBody>
          <a:bodyPr/>
          <a:lstStyle/>
          <a:p>
            <a:r>
              <a:rPr lang="en-US" sz="3600" dirty="0"/>
              <a:t>Existing Robust Aggregators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25D92A4-EE14-BE47-EFF6-F0FD3F4AE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83880" y="2832681"/>
            <a:ext cx="960120" cy="960120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954018"/>
            <a:ext cx="8659368" cy="749808"/>
          </a:xfrm>
        </p:spPr>
        <p:txBody>
          <a:bodyPr/>
          <a:lstStyle/>
          <a:p>
            <a:r>
              <a:rPr lang="en-US" sz="3600" dirty="0"/>
              <a:t>Client Behavior Detection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7FFFF704-D039-7DC7-A34E-489FEE26CD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83880" y="3832860"/>
            <a:ext cx="960120" cy="960120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4999374"/>
            <a:ext cx="8659368" cy="749808"/>
          </a:xfrm>
        </p:spPr>
        <p:txBody>
          <a:bodyPr/>
          <a:lstStyle/>
          <a:p>
            <a:r>
              <a:rPr lang="en-US" sz="3600" dirty="0"/>
              <a:t>Status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834A08F-B9C1-B3EF-25F5-A69D401C8B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83880" y="4871358"/>
            <a:ext cx="960120" cy="960120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4A6390-59A6-ADFB-27C7-8594FCB6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200" y="2240643"/>
            <a:ext cx="3143800" cy="237671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896CA34-355E-120D-D3F2-F12C89EBE38B}"/>
              </a:ext>
            </a:extLst>
          </p:cNvPr>
          <p:cNvSpPr txBox="1">
            <a:spLocks/>
          </p:cNvSpPr>
          <p:nvPr/>
        </p:nvSpPr>
        <p:spPr>
          <a:xfrm>
            <a:off x="-10554" y="6011827"/>
            <a:ext cx="8659368" cy="74980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713232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References</a:t>
            </a:r>
            <a:endParaRPr lang="en-US" dirty="0"/>
          </a:p>
        </p:txBody>
      </p:sp>
      <p:sp>
        <p:nvSpPr>
          <p:cNvPr id="9" name="Text Placeholder 51">
            <a:extLst>
              <a:ext uri="{FF2B5EF4-FFF2-40B4-BE49-F238E27FC236}">
                <a16:creationId xmlns:a16="http://schemas.microsoft.com/office/drawing/2014/main" id="{F1AB062B-4CE1-9FF3-00AC-501FB1CC1BF7}"/>
              </a:ext>
            </a:extLst>
          </p:cNvPr>
          <p:cNvSpPr txBox="1">
            <a:spLocks/>
          </p:cNvSpPr>
          <p:nvPr/>
        </p:nvSpPr>
        <p:spPr>
          <a:xfrm>
            <a:off x="8173326" y="5883811"/>
            <a:ext cx="960120" cy="9601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63500">
            <a:solidFill>
              <a:schemeClr val="bg2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4131-3C67-4272-44FC-68A60679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D495-7717-0A38-C977-111898EC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30" y="2304288"/>
            <a:ext cx="6768846" cy="243230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8B5C2A-D09C-14F8-21B5-F7A8F536111F}"/>
              </a:ext>
            </a:extLst>
          </p:cNvPr>
          <p:cNvSpPr/>
          <p:nvPr/>
        </p:nvSpPr>
        <p:spPr>
          <a:xfrm>
            <a:off x="2983230" y="2411730"/>
            <a:ext cx="400050" cy="400050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920CE67E-70AD-933B-F51A-7258A5B0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00" t="1853" r="34468" b="1936"/>
          <a:stretch/>
        </p:blipFill>
        <p:spPr>
          <a:xfrm>
            <a:off x="590946" y="3285257"/>
            <a:ext cx="2162706" cy="217046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5411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D6DB-3EBE-0552-4C5B-A9BBBFA0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D7CB6A4-57B9-E206-4C73-F23243DC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Federated Learning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0786E02-BC92-B141-0199-FE08DF9B14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A81E7D-FCC2-70E1-EBC2-9932CB2CE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12AD1D94-A6C3-3CC6-0091-DC2F73996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AE0EFB9B-1731-2C2F-DB98-8F5A141D84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4DBE362-7323-6E02-D8E1-2DECC9A38427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Distributed ML : Clients train locally without sharing RAW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Objective: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Server aggregates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F3AC5-0F00-32F1-91EE-C25F6EFC1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029" y="2779903"/>
            <a:ext cx="4699941" cy="64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2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3931E-4365-BCBC-1BA7-8772F293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80BFEA3-3462-43D2-846D-84F37957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Federated Learning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E0DB7B2-4375-9AEA-F1DA-7C3CC2E287A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85E6EB-44BA-7CBF-419B-FAC3A374D1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5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C5A1E94D-9155-4B6A-184C-1B5E4FE6C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BD1E425D-2BA6-91F0-9A8E-E38761ABAC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30187460-18F7-9905-6F09-536D5307BF9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58952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42416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u="sng" dirty="0"/>
                  <a:t>Core Concept</a:t>
                </a:r>
              </a:p>
              <a:p>
                <a:pPr marL="626364" lvl="1" indent="-342900"/>
                <a:r>
                  <a:rPr lang="en-IN" sz="2000" b="0" i="0" dirty="0">
                    <a:effectLst/>
                  </a:rPr>
                  <a:t>A standard round t samples clients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000" b="0" i="0" dirty="0"/>
              </a:p>
              <a:p>
                <a:pPr marL="626364" lvl="1" indent="-342900"/>
                <a:r>
                  <a:rPr lang="en-IN" sz="2000" b="0" i="0" dirty="0">
                    <a:effectLst/>
                  </a:rPr>
                  <a:t>Broadcasts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sz="2000" b="1" dirty="0"/>
              </a:p>
              <a:p>
                <a:pPr marL="626364" lvl="1" indent="-342900"/>
                <a:r>
                  <a:rPr lang="en-IN" sz="2000" dirty="0"/>
                  <a:t>Runs local SGD for L steps on each</a:t>
                </a:r>
                <a:r>
                  <a:rPr lang="en-IN" sz="2000" b="1" dirty="0"/>
                  <a:t> 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N" sz="2000" b="1" i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IN" sz="2000" b="1" dirty="0"/>
              </a:p>
              <a:p>
                <a:pPr marL="626364" lvl="1" indent="-342900"/>
                <a:r>
                  <a:rPr lang="en-IN" sz="2000" b="0" i="0" dirty="0">
                    <a:effectLst/>
                  </a:rPr>
                  <a:t>Aggregates client updates to form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ar-AE" sz="2000" b="1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000" b="1" i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ar-AE" sz="2000" b="0" i="0" dirty="0">
                    <a:effectLst/>
                  </a:rPr>
                  <a:t> </a:t>
                </a:r>
                <a:r>
                  <a:rPr lang="en-IN" sz="2000" b="0" i="0" dirty="0">
                    <a:effectLst/>
                  </a:rPr>
                  <a:t>at the server</a:t>
                </a: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u="sng" dirty="0"/>
                  <a:t>What is Aggregation</a:t>
                </a:r>
              </a:p>
              <a:p>
                <a:pPr marL="626364" lvl="1" indent="-342900"/>
                <a:r>
                  <a:rPr lang="en-US" sz="2000" dirty="0"/>
                  <a:t> </a:t>
                </a:r>
                <a:r>
                  <a:rPr lang="en-IN" dirty="0"/>
                  <a:t>Combines local model updates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ar-AE" dirty="0"/>
                  <a:t> </a:t>
                </a:r>
                <a:r>
                  <a:rPr lang="en-IN" dirty="0"/>
                  <a:t>into a global update</a:t>
                </a:r>
              </a:p>
              <a:p>
                <a:pPr marL="626364" lvl="1" indent="-342900"/>
                <a:r>
                  <a:rPr lang="en-IN" dirty="0"/>
                  <a:t> Weighted mean 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lim>
                        <m:r>
                          <a:rPr lang="ar-AE" sz="2400" b="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grow m:val="on"/>
                            <m:supHide m:val="on"/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400" b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grow m:val="on"/>
                            <m:supHide m:val="on"/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sz="2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400" b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ar-AE" sz="24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sz="2000" dirty="0"/>
              </a:p>
              <a:p>
                <a:pPr marL="626364" lvl="1" indent="-342900"/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30187460-18F7-9905-6F09-536D5307B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  <a:blipFill>
                <a:blip r:embed="rId6"/>
                <a:stretch>
                  <a:fillRect l="-520" t="-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7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42B1-BE74-FD0D-ABE4-03E29003C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B128C07-61CC-D62E-12C5-72138759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Federated Learning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746C965-B882-6F8C-0661-772E947681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776776-67BB-2F00-93A7-A1B72717E6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6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28E505FD-4F4A-E46C-EC6D-432D14EAD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A6C4181F-90DC-921B-CF29-B3A6D8A4A3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514971D-E9F9-7906-9877-D3AFE99B6487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498599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/>
              <a:t>Motivation</a:t>
            </a:r>
            <a:r>
              <a:rPr lang="en-US" sz="2000" dirty="0"/>
              <a:t>:</a:t>
            </a:r>
          </a:p>
          <a:p>
            <a:pPr marL="626364" lvl="1" indent="-342900"/>
            <a:r>
              <a:rPr lang="en-US" dirty="0"/>
              <a:t>Outliers</a:t>
            </a:r>
          </a:p>
          <a:p>
            <a:pPr marL="626364" lvl="1" indent="-342900"/>
            <a:r>
              <a:rPr lang="en-US" dirty="0"/>
              <a:t>Noisy updates</a:t>
            </a:r>
          </a:p>
          <a:p>
            <a:pPr marL="626364" lvl="1" indent="-342900"/>
            <a:r>
              <a:rPr lang="en-US" dirty="0"/>
              <a:t>Malicious attacks</a:t>
            </a:r>
          </a:p>
          <a:p>
            <a:pPr marL="626364" lvl="1" indent="-342900"/>
            <a:r>
              <a:rPr lang="en-US" dirty="0"/>
              <a:t>Need robustness with privacy and low cost</a:t>
            </a:r>
          </a:p>
          <a:p>
            <a:pPr marL="626364" lvl="1" indent="-342900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u="sng" dirty="0"/>
              <a:t>Byzantine clients and attacks</a:t>
            </a:r>
          </a:p>
          <a:p>
            <a:pPr marL="626364" lvl="1" indent="-342900"/>
            <a:r>
              <a:rPr lang="en-US" dirty="0"/>
              <a:t>Participants that can send arbitrary vectors</a:t>
            </a:r>
          </a:p>
          <a:p>
            <a:pPr marL="626364" lvl="1" indent="-342900"/>
            <a:r>
              <a:rPr lang="en-US" dirty="0"/>
              <a:t>Their presence breaks plain averaging</a:t>
            </a:r>
          </a:p>
          <a:p>
            <a:pPr marL="626364" lvl="1" indent="-342900"/>
            <a:r>
              <a:rPr lang="en-US" dirty="0"/>
              <a:t>Robust rules compare updates and downweigh outliers</a:t>
            </a:r>
          </a:p>
          <a:p>
            <a:pPr marL="626364" lvl="1" indent="-342900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6154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D919-B279-A09C-F41B-80653133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D160F61-1BD7-03F2-59C1-28618137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Federated Learning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C8CECD3-6297-BD2A-6F8F-7D24B1A14D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3F2EAA-39F3-4AAA-298A-4354B5299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7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4851E048-0E08-5C02-8BFE-D4CB9E422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4DB34CDE-4A1E-8A5E-DE87-FE560917B4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C47BAB6-2255-F798-92DC-D6994B808757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476021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/>
              <a:t>Importance</a:t>
            </a:r>
            <a:r>
              <a:rPr lang="en-US" sz="2000" dirty="0"/>
              <a:t>:</a:t>
            </a:r>
          </a:p>
          <a:p>
            <a:pPr marL="626364" lvl="1" indent="-342900"/>
            <a:r>
              <a:rPr lang="en-US" b="1" dirty="0"/>
              <a:t>Privacy:</a:t>
            </a:r>
            <a:r>
              <a:rPr lang="en-US" dirty="0"/>
              <a:t> Raw data stays local.</a:t>
            </a:r>
          </a:p>
          <a:p>
            <a:pPr marL="626364" lvl="1" indent="-342900"/>
            <a:r>
              <a:rPr lang="en-IN" b="1" dirty="0"/>
              <a:t>Efficiency:</a:t>
            </a:r>
            <a:r>
              <a:rPr lang="en-IN" dirty="0"/>
              <a:t> Less data transfer.</a:t>
            </a:r>
            <a:endParaRPr lang="en-US" dirty="0"/>
          </a:p>
          <a:p>
            <a:pPr marL="626364" lvl="1" indent="-342900"/>
            <a:r>
              <a:rPr lang="en-US" b="1" dirty="0"/>
              <a:t>Personalization:</a:t>
            </a:r>
            <a:r>
              <a:rPr lang="en-US" dirty="0"/>
              <a:t> Clients can fine-tune models to their own needs.</a:t>
            </a:r>
          </a:p>
          <a:p>
            <a:pPr marL="626364" lvl="1" indent="-342900"/>
            <a:r>
              <a:rPr lang="en-US" b="1" dirty="0"/>
              <a:t>Collaboration:</a:t>
            </a:r>
            <a:r>
              <a:rPr lang="en-US" dirty="0"/>
              <a:t> Enables cross-organization learning (like hospitals sharing knowledge without sharing patient data).</a:t>
            </a:r>
          </a:p>
          <a:p>
            <a:pPr marL="626364" lvl="1" indent="-342900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8650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99CF-33A0-9691-94E0-B91CBB50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3D65-BA76-F6C6-9924-8151282D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30" y="2304288"/>
            <a:ext cx="6768846" cy="243230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D7FD86E-C4E4-CDE6-137B-6427E9111854}"/>
              </a:ext>
            </a:extLst>
          </p:cNvPr>
          <p:cNvSpPr/>
          <p:nvPr/>
        </p:nvSpPr>
        <p:spPr>
          <a:xfrm>
            <a:off x="2983230" y="2411730"/>
            <a:ext cx="400050" cy="400050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2DA739C8-3098-4C3C-F74C-D9E9ACA41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00" t="1853" r="34468" b="1936"/>
          <a:stretch/>
        </p:blipFill>
        <p:spPr>
          <a:xfrm>
            <a:off x="590946" y="3285257"/>
            <a:ext cx="2162706" cy="217046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551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13C0-18A1-490E-517B-9CAE6C57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B96BF75-FC32-2D21-8EB8-9D7735C4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BB308EB-3038-7B7D-6FB7-5DCFD9CC39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D90952-6F5F-9A19-B795-09B3B24EAF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1903" y="793971"/>
            <a:ext cx="923869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F2065891-5CB1-D91E-FE81-3DBBB5893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9C03EE9C-C45B-0B02-F42C-9D1B407C91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FE31C406-F64F-C9BB-2905-25166EF0CF61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896947F-905E-D33F-5CD2-7718C0ECCB2C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7526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400" u="sng" dirty="0"/>
              <a:t>Motivation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/>
              <a:t>Traditional Byzantine-tolerant algorithms are </a:t>
            </a:r>
            <a:r>
              <a:rPr lang="en-US" dirty="0"/>
              <a:t>defense-based and sometimes fall short in the federated learning settings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/>
              <a:t>Untargeted </a:t>
            </a:r>
            <a:r>
              <a:rPr lang="en-US" dirty="0"/>
              <a:t>defense adopted in existing methods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Defending against the attackers at a cost of honest clients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11672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E30A0D-10B5-32D4-53A9-3C274B59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0ED991-5E2E-8055-3E21-A6270E7D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BECD5A3-BFA4-C884-A75F-FD57F87E2F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16F98E-A33A-9A2C-9A93-87F3D3C3B4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1903" y="793971"/>
            <a:ext cx="923869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11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684D0C08-F04D-E6D3-6757-6A31E9038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84F879F4-A875-A3E2-4A7B-86610C713F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FBD664F-8041-8F94-5F86-80F8E66AFAC5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CECE87-387D-658F-D467-948CC37583A5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584927"/>
            <a:ext cx="10545326" cy="777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D16B3-A42F-BAEB-54A7-8F4961E48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57" y="2078154"/>
            <a:ext cx="11313455" cy="297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57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05E9-C7FF-2C15-3712-8A6C327B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DAA1D-529C-BBBB-7F80-CA38D599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EA613E6-661B-8221-515B-BEBBD36BF5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5D0644-9A5D-667F-3E25-FAF07A7C4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1903" y="793971"/>
            <a:ext cx="923869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12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A2D51889-7402-0A11-4C99-20AD02168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04228A72-B018-EBDF-C14E-6809018C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CB0192B-52D1-9700-D7A3-EE9E7B53C846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5B984E4-69EA-3A78-9505-ABD67233A187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581150"/>
            <a:ext cx="10545326" cy="4724400"/>
          </a:xfrm>
          <a:prstGeom prst="rect">
            <a:avLst/>
          </a:prstGeom>
          <a:solidFill>
            <a:srgbClr val="FDF9E2">
              <a:alpha val="75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400" u="sng" dirty="0"/>
              <a:t>Lightweight Byzantine Detection for Resource-Constrained Federated Learning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Let each device compute a local anomaly score against a server‑broadcast robust reference and send a flag/score via secure aggregation.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Focus on simple statistical and reputation-based tests that run on resource-constrained clients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Total Clients – 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Byzantine Clients, f &lt; N/2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Federated learning collaboratively minimizes a global loss with </a:t>
            </a:r>
          </a:p>
          <a:p>
            <a:pPr>
              <a:spcAft>
                <a:spcPts val="1200"/>
              </a:spcAft>
            </a:pPr>
            <a:r>
              <a:rPr lang="en-US" dirty="0"/>
              <a:t>     data kept local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7706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0479-CF2F-4874-D1CA-A8BA3C4F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19BCACB-A12E-8606-B477-967E4DDA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B34B784-1312-05C5-5081-82705F601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AD35C3-4B4B-C8F6-DF62-C798883F4C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1903" y="793971"/>
            <a:ext cx="923869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13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80A65BA9-7F04-5431-F321-2672B482A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9EBB5990-DAD3-8B54-796A-DB0A5D8A3B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42D58F8-ECFE-1551-2BF4-8390FF16789F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DC81094-9A19-E50E-EC24-FD7FB2ADF0C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6800" y="1752600"/>
                <a:ext cx="10545326" cy="4724400"/>
              </a:xfrm>
              <a:prstGeom prst="rect">
                <a:avLst/>
              </a:prstGeom>
              <a:solidFill>
                <a:schemeClr val="bg2">
                  <a:alpha val="79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58952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42416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200"/>
                  </a:spcAft>
                </a:pPr>
                <a:r>
                  <a:rPr lang="en-US" sz="2400" u="sng" dirty="0"/>
                  <a:t>Lightweight Byzantine Detection for Resource-Constrained Federated Learning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Current server-side robust aggregation methods (Krum, geometric median) require high computational cost</a:t>
                </a:r>
              </a:p>
              <a:p>
                <a:pPr marL="626364" lvl="1" indent="-342900">
                  <a:spcBef>
                    <a:spcPts val="0"/>
                  </a:spcBef>
                </a:pPr>
                <a:r>
                  <a:rPr lang="en-IN" dirty="0"/>
                  <a:t>Krum 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ar-AE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en-US" altLang="en-US" sz="2000" b="1" dirty="0"/>
              </a:p>
              <a:p>
                <a:pPr marL="626364" lvl="1" indent="-342900">
                  <a:spcBef>
                    <a:spcPts val="0"/>
                  </a:spcBef>
                </a:pPr>
                <a:r>
                  <a:rPr lang="en-IN" dirty="0"/>
                  <a:t>Geometric median 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𝑻𝒏𝒅</m:t>
                        </m:r>
                      </m:e>
                    </m:d>
                  </m:oMath>
                </a14:m>
                <a:endParaRPr lang="en-US" altLang="en-US" sz="2000" b="1" dirty="0"/>
              </a:p>
              <a:p>
                <a:pPr marL="626364" lvl="1" indent="-342900">
                  <a:spcBef>
                    <a:spcPts val="0"/>
                  </a:spcBef>
                </a:pPr>
                <a:r>
                  <a:rPr lang="en-IN" dirty="0"/>
                  <a:t>Mean 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𝒏𝒅</m:t>
                        </m:r>
                      </m:e>
                    </m:d>
                  </m:oMath>
                </a14:m>
                <a:endParaRPr lang="en-IN" sz="2000" b="1" dirty="0"/>
              </a:p>
              <a:p>
                <a:pPr marL="626364" lvl="1" indent="-342900">
                  <a:spcBef>
                    <a:spcPts val="0"/>
                  </a:spcBef>
                </a:pPr>
                <a:r>
                  <a:rPr lang="en-IN" b="1" dirty="0"/>
                  <a:t>Where T- No of iterations, n – #clients, d- Model’s parameter dimension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sz="2000" dirty="0"/>
                  <a:t>Hence client‑side 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r>
                  <a:rPr lang="ar-AE" sz="2400" b="1" dirty="0"/>
                  <a:t> </a:t>
                </a:r>
                <a:r>
                  <a:rPr lang="en-IN" sz="2000" dirty="0"/>
                  <a:t>scoring is attractive</a:t>
                </a:r>
                <a:endParaRPr lang="en-US" altLang="en-US" sz="2400" b="1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5DC81094-9A19-E50E-EC24-FD7FB2ADF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752600"/>
                <a:ext cx="10545326" cy="4724400"/>
              </a:xfrm>
              <a:prstGeom prst="rect">
                <a:avLst/>
              </a:prstGeom>
              <a:blipFill>
                <a:blip r:embed="rId6"/>
                <a:stretch>
                  <a:fillRect l="-867" t="-10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888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F33F-2B59-4916-5420-BBBCA2C3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293C44B-391D-BEAA-19FB-52C24918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Objective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4BE049D-C543-8B76-6857-9AD05DE298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7714A7-235D-8DAC-CA6C-0601620F61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15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9082E23C-8282-89D0-0C24-09D6497FB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A65E56A7-D797-FFCB-ED87-99F1C92B23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9FF91F8-9E20-484C-7736-04DBD574DD3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58952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42416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Each client forms a local test per peer update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</m:oMath>
                </a14:m>
                <a:endParaRPr lang="en-IN" b="1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Solves a hypothesis test: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ar-AE" b="1" i="1"/>
                      <m:t> 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IN" i="1"/>
                      <m:t>is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r>
                      <m:rPr>
                        <m:nor/>
                      </m:rPr>
                      <a:rPr lang="en-IN" i="1"/>
                      <m:t>honest</m:t>
                    </m:r>
                  </m:oMath>
                </a14:m>
                <a:r>
                  <a:rPr lang="en-IN" dirty="0"/>
                  <a:t> vs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ar-AE" b="1" i="1"/>
                      <m:t> 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bSup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IN" i="1"/>
                      <m:t>is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r>
                      <m:rPr>
                        <m:nor/>
                      </m:rPr>
                      <a:rPr lang="en-IN" i="1"/>
                      <m:t>Byzantine</m:t>
                    </m:r>
                  </m:oMath>
                </a14:m>
                <a:endParaRPr lang="en-IN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Decision rule: flag set</a:t>
                </a:r>
                <a:r>
                  <a:rPr lang="en-IN" b="1" dirty="0"/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𝓑</m:t>
                            </m:r>
                          </m:e>
                        </m:acc>
                      </m:e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ar-AE" b="1" i="1"/>
                          <m:t> 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𝑻</m:t>
                        </m:r>
                        <m:d>
                          <m:dPr>
                            <m:sepChr m:val=";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ar-AE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  <m:sup>
                                <m:r>
                                  <a:rPr lang="ar-AE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  <m:e>
                            <m:r>
                              <m:rPr>
                                <m:nor/>
                              </m:rPr>
                              <a:rPr lang="ar-AE" b="1" i="1"/>
                              <m:t>  </m:t>
                            </m:r>
                            <m:sSup>
                              <m:sSupPr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b="1" i="1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</m:e>
                              <m:sup>
                                <m:r>
                                  <a:rPr lang="ar-AE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p>
                          </m:e>
                        </m:d>
                        <m:r>
                          <a:rPr lang="ar-AE" b="1">
                            <a:latin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p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en-IN" dirty="0"/>
                  <a:t>where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en-IN" dirty="0"/>
                  <a:t>is a lightweight statistic</a:t>
                </a:r>
                <a:endParaRPr lang="en-US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u="sng" dirty="0"/>
                  <a:t>Lightweight statistical detectors</a:t>
                </a:r>
              </a:p>
              <a:p>
                <a:pPr marL="626364" lvl="1" indent="-342900">
                  <a:spcAft>
                    <a:spcPts val="1200"/>
                  </a:spcAft>
                </a:pPr>
                <a:r>
                  <a:rPr lang="en-US" dirty="0"/>
                  <a:t>Z-score detector (coordinate-wise or normed)</a:t>
                </a:r>
              </a:p>
              <a:p>
                <a:pPr marL="626364" lvl="1" indent="-342900">
                  <a:spcAft>
                    <a:spcPts val="1200"/>
                  </a:spcAft>
                </a:pPr>
                <a:r>
                  <a:rPr lang="en-IN" dirty="0"/>
                  <a:t>IQR/MAD detector</a:t>
                </a:r>
              </a:p>
              <a:p>
                <a:pPr marL="626364" lvl="1" indent="-342900">
                  <a:spcAft>
                    <a:spcPts val="1200"/>
                  </a:spcAft>
                </a:pPr>
                <a:r>
                  <a:rPr lang="en-IN" dirty="0" err="1"/>
                  <a:t>Mahalanobis</a:t>
                </a:r>
                <a:r>
                  <a:rPr lang="en-IN" dirty="0"/>
                  <a:t> proxy </a:t>
                </a:r>
                <a:endParaRPr lang="en-IN" u="sng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9FF91F8-9E20-484C-7736-04DBD574D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  <a:blipFill>
                <a:blip r:embed="rId6"/>
                <a:stretch>
                  <a:fillRect l="-347" t="-5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13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CDFD-8305-5B46-BD4E-F17140BC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CFE7D54-11D4-D6C5-AD34-2FA412EF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Relation to Robust Aggregation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AED850B-7E9D-C721-3589-C480CCE0E1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4F396D-EC46-410D-8229-AD2C0DBAD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16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0C6ED48F-D94D-A5F9-0EDC-4F52929F2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BD960B0B-EE8D-DE40-B72D-05090F064A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2159AA5C-F214-D794-CFB0-C559F8FAE70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  <a:solidFill>
                <a:schemeClr val="bg2">
                  <a:alpha val="68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58952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42416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sz="2000" dirty="0"/>
                  <a:t>Server-side robust rules (e.g., geometric median) minimize</a:t>
                </a:r>
                <a:r>
                  <a:rPr lang="en-IN" sz="2400" b="1" dirty="0"/>
                  <a:t>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r>
                          <a:rPr lang="ar-AE" sz="2000" b="1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ar-AE" sz="2000" b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000" b="1" i="1">
                        <a:latin typeface="Cambria Math" panose="02040503050406030204" pitchFamily="18" charset="0"/>
                      </a:rPr>
                      <m:t>𝒚</m:t>
                    </m:r>
                    <m:sSub>
                      <m:sSubPr>
                        <m:ctrlPr>
                          <a:rPr lang="ar-AE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US" dirty="0"/>
                  <a:t>and resist up to a half of outliers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Compute heavy and server centric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Client-side flags can prune inputs before aggregation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IN" dirty="0"/>
                  <a:t>A hybrid design</a:t>
                </a:r>
              </a:p>
              <a:p>
                <a:pPr marL="626364" lvl="1" indent="-342900">
                  <a:spcAft>
                    <a:spcPts val="1200"/>
                  </a:spcAft>
                </a:pPr>
                <a:r>
                  <a:rPr lang="en-US" dirty="0"/>
                  <a:t>Client-side screening followed by a light robust aggregator at the server</a:t>
                </a:r>
                <a:br>
                  <a:rPr lang="ar-AE" dirty="0"/>
                </a:br>
                <a:endParaRPr lang="en-IN" sz="2000" b="1" dirty="0"/>
              </a:p>
              <a:p>
                <a:pPr marL="626364" lvl="1" indent="-342900">
                  <a:spcAft>
                    <a:spcPts val="1200"/>
                  </a:spcAft>
                </a:pPr>
                <a:endParaRPr lang="en-IN" u="sng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2159AA5C-F214-D794-CFB0-C559F8FAE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  <a:blipFill>
                <a:blip r:embed="rId6"/>
                <a:stretch>
                  <a:fillRect l="-520" t="-9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741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73D7-C237-8E85-0547-C702EF4E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A0792DE-0CBC-8545-8AEA-98F0B9AD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AuthenticPeer</a:t>
            </a:r>
            <a:r>
              <a:rPr lang="en-US" sz="2000" b="1" dirty="0"/>
              <a:t>: A Reputation Management System for</a:t>
            </a:r>
            <a:br>
              <a:rPr lang="en-US" sz="2000" b="1" dirty="0"/>
            </a:br>
            <a:r>
              <a:rPr lang="en-IN" sz="2000" b="1" dirty="0"/>
              <a:t>Peer-to-Peer Wireless Sensor Networks</a:t>
            </a:r>
            <a:endParaRPr lang="en-US" sz="1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2C87187-EE90-F146-492E-791FD5481F6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3D82E3-E4F3-6707-97A1-0704843EA4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17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314E0650-10C4-3830-AC12-597C96B40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00590295-6074-4202-B9B7-14EF533D94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B22194F-27E1-1176-DD17-30FAC9C1E5DC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  <a:solidFill>
            <a:schemeClr val="bg2">
              <a:alpha val="7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u="sng" dirty="0"/>
              <a:t>Categories of reputation </a:t>
            </a:r>
            <a:r>
              <a:rPr lang="en-IN" u="sng" dirty="0"/>
              <a:t>management systems</a:t>
            </a:r>
            <a:r>
              <a:rPr lang="en-IN" dirty="0"/>
              <a:t>:</a:t>
            </a:r>
          </a:p>
          <a:p>
            <a:pPr marL="569214" lvl="1" indent="-285750">
              <a:spcAft>
                <a:spcPts val="1200"/>
              </a:spcAft>
            </a:pPr>
            <a:r>
              <a:rPr lang="en-IN" dirty="0"/>
              <a:t>Peer based</a:t>
            </a:r>
          </a:p>
          <a:p>
            <a:pPr marL="569214" lvl="1" indent="-285750">
              <a:spcAft>
                <a:spcPts val="1200"/>
              </a:spcAft>
            </a:pPr>
            <a:r>
              <a:rPr lang="en-IN" dirty="0"/>
              <a:t>Message based</a:t>
            </a:r>
          </a:p>
          <a:p>
            <a:pPr marL="285750" lvl="1" indent="-285750">
              <a:spcAft>
                <a:spcPts val="1200"/>
              </a:spcAft>
            </a:pPr>
            <a:r>
              <a:rPr lang="en-US" b="1" u="sng" dirty="0"/>
              <a:t>Core Concept : Peer Based</a:t>
            </a:r>
          </a:p>
          <a:p>
            <a:pPr marL="569214" lvl="1" indent="-285750">
              <a:spcAft>
                <a:spcPts val="1200"/>
              </a:spcAft>
            </a:pPr>
            <a:r>
              <a:rPr lang="en-US" dirty="0"/>
              <a:t>Peers gain a good or bad global trust value according to the quality of transactions they participate</a:t>
            </a:r>
          </a:p>
          <a:p>
            <a:pPr marL="569214" lvl="1" indent="-285750">
              <a:spcAft>
                <a:spcPts val="1200"/>
              </a:spcAft>
            </a:pPr>
            <a:r>
              <a:rPr lang="en-US" dirty="0"/>
              <a:t>Malicious peers can change their identity if the system catches them, so their global trust values are erased, and they are considered as newcomers rather </a:t>
            </a:r>
            <a:r>
              <a:rPr lang="en-IN" dirty="0"/>
              <a:t>than malicious peers</a:t>
            </a:r>
          </a:p>
          <a:p>
            <a:pPr marL="569214" lvl="1" indent="-285750">
              <a:spcAft>
                <a:spcPts val="1200"/>
              </a:spcAft>
            </a:pPr>
            <a:r>
              <a:rPr lang="en-US" dirty="0"/>
              <a:t>If a malicious peer is mistakenly chosen as a download source by a good peer, the former can spread inauthentic messages over the system through </a:t>
            </a:r>
            <a:r>
              <a:rPr lang="en-IN" dirty="0"/>
              <a:t>the latter</a:t>
            </a:r>
            <a:endParaRPr lang="en-US" dirty="0"/>
          </a:p>
          <a:p>
            <a:pPr marL="569214" lvl="1" indent="-285750">
              <a:spcAft>
                <a:spcPts val="1200"/>
              </a:spcAft>
            </a:pPr>
            <a:endParaRPr lang="en-US" b="1" u="sng" dirty="0"/>
          </a:p>
          <a:p>
            <a:pPr marL="569214" lvl="2" indent="-285750">
              <a:spcAft>
                <a:spcPts val="1200"/>
              </a:spcAft>
            </a:pP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82903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6A3EC-2458-A7A5-A46A-4138D1BD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EAFBB3B-D5D3-7DA9-DED5-80024A2E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AuthenticPeer</a:t>
            </a:r>
            <a:r>
              <a:rPr lang="en-US" sz="2000" b="1" dirty="0"/>
              <a:t>: A Reputation Management System for</a:t>
            </a:r>
            <a:br>
              <a:rPr lang="en-US" sz="2000" b="1" dirty="0"/>
            </a:br>
            <a:r>
              <a:rPr lang="en-IN" sz="2000" b="1" dirty="0"/>
              <a:t>Peer-to-Peer Wireless Sensor Networks</a:t>
            </a:r>
            <a:endParaRPr lang="en-US" sz="1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89CA107-8B3F-BDC0-6198-92D644FD65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EED190-85D9-6F0F-36FC-FCD6AE411F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18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462734BC-C1F3-4A1E-FBDB-C4DCA0760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0711263A-66C5-7453-D050-C464F1BF01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6F9423B-6421-1476-034C-22EE55E39B09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spcBef>
                <a:spcPts val="0"/>
              </a:spcBef>
              <a:spcAft>
                <a:spcPts val="1200"/>
              </a:spcAft>
            </a:pPr>
            <a:r>
              <a:rPr lang="en-US" b="1" u="sng" dirty="0"/>
              <a:t>Core Concept : Message Based</a:t>
            </a:r>
          </a:p>
          <a:p>
            <a:pPr marL="569214" lvl="1" indent="-285750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The selection of a download source is based on the quality of the file instead of the quality of the peer</a:t>
            </a:r>
          </a:p>
          <a:p>
            <a:pPr marL="569214" lvl="1" indent="-285750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Certain parameters are calculated for each file through several transactions before it can be identified as a trustworthy</a:t>
            </a:r>
          </a:p>
          <a:p>
            <a:pPr marL="569214" lvl="1" indent="-285750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It takes time until the quality of a </a:t>
            </a:r>
            <a:r>
              <a:rPr lang="en-IN" dirty="0"/>
              <a:t>file is recognized</a:t>
            </a:r>
          </a:p>
          <a:p>
            <a:pPr marL="569214" lvl="1" indent="-285750">
              <a:spcBef>
                <a:spcPts val="0"/>
              </a:spcBef>
              <a:spcAft>
                <a:spcPts val="1200"/>
              </a:spcAft>
            </a:pPr>
            <a:r>
              <a:rPr lang="en-IN" dirty="0"/>
              <a:t>Calculations of required parameters consumes system resources</a:t>
            </a:r>
            <a:endParaRPr lang="en-US" b="1" u="sng" dirty="0"/>
          </a:p>
          <a:p>
            <a:pPr marL="569214" lvl="2" indent="-285750">
              <a:spcBef>
                <a:spcPts val="0"/>
              </a:spcBef>
              <a:spcAft>
                <a:spcPts val="1200"/>
              </a:spcAft>
            </a:pP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3949186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B04C-31C6-08A7-C362-326E79D6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77F70C5-F4DF-12B8-E1EE-C0C854CA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AuthenticPeer</a:t>
            </a:r>
            <a:r>
              <a:rPr lang="en-US" sz="2000" b="1" dirty="0"/>
              <a:t>: A Reputation Management System for</a:t>
            </a:r>
            <a:br>
              <a:rPr lang="en-US" sz="2000" b="1" dirty="0"/>
            </a:br>
            <a:r>
              <a:rPr lang="en-IN" sz="2000" b="1" dirty="0"/>
              <a:t>Peer-to-Peer Wireless Sensor Networks</a:t>
            </a:r>
            <a:endParaRPr lang="en-US" sz="1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5D8BDE1-7520-3F22-A1B8-5876193E69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E743EB-12A4-7103-DA1D-683D71ABD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19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CA725FA7-E359-ECBD-EE15-775419995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87985119-5B73-506A-2B54-AF37D0C5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A9121C7-B9E2-79FE-65F0-A9971866051D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spcBef>
                <a:spcPts val="0"/>
              </a:spcBef>
              <a:spcAft>
                <a:spcPts val="1200"/>
              </a:spcAft>
            </a:pPr>
            <a:r>
              <a:rPr lang="en-US" b="1" u="sng" dirty="0"/>
              <a:t>Core Concept : </a:t>
            </a:r>
            <a:r>
              <a:rPr lang="en-US" b="1" u="sng" dirty="0" err="1"/>
              <a:t>AuthenticPeer</a:t>
            </a:r>
            <a:endParaRPr lang="en-US" b="1" u="sng" dirty="0"/>
          </a:p>
          <a:p>
            <a:pPr marL="569214" lvl="2" indent="-285750">
              <a:spcBef>
                <a:spcPts val="0"/>
              </a:spcBef>
              <a:spcAft>
                <a:spcPts val="1200"/>
              </a:spcAft>
            </a:pPr>
            <a:r>
              <a:rPr lang="en-IN" dirty="0"/>
              <a:t>Check message trustworthiness before the peer</a:t>
            </a:r>
          </a:p>
          <a:p>
            <a:pPr marL="569214" lvl="2" indent="-285750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Restricts malicious peers from distributing bad messages</a:t>
            </a:r>
          </a:p>
          <a:p>
            <a:pPr marL="569214" lvl="1" indent="-285750">
              <a:spcBef>
                <a:spcPts val="0"/>
              </a:spcBef>
              <a:spcAft>
                <a:spcPts val="1200"/>
              </a:spcAft>
            </a:pPr>
            <a:r>
              <a:rPr lang="en-IN" sz="1600" dirty="0"/>
              <a:t>Calculating the trust and </a:t>
            </a:r>
            <a:r>
              <a:rPr lang="en-US" sz="1600" dirty="0"/>
              <a:t>reputation values based on peer quality rather than the message quality until the quality of the file is revealed</a:t>
            </a:r>
          </a:p>
          <a:p>
            <a:pPr marL="569214" lvl="1" indent="-285750">
              <a:spcBef>
                <a:spcPts val="0"/>
              </a:spcBef>
              <a:spcAft>
                <a:spcPts val="1200"/>
              </a:spcAft>
            </a:pPr>
            <a:r>
              <a:rPr lang="en-IN" sz="1600" dirty="0"/>
              <a:t>Message-based approach is </a:t>
            </a:r>
            <a:r>
              <a:rPr lang="en-US" sz="1600" dirty="0"/>
              <a:t>only used when the message trust value is known, based on </a:t>
            </a:r>
            <a:r>
              <a:rPr lang="en-IN" sz="1600" dirty="0"/>
              <a:t>previous transactions.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9128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C4B4-733C-9D16-7A31-81D0BD4B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DFF6FF-6DFC-B9C5-0253-C3A41D41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AuthenticPeer</a:t>
            </a:r>
            <a:r>
              <a:rPr lang="en-US" sz="2000" b="1" dirty="0"/>
              <a:t>: A Reputation Management System for</a:t>
            </a:r>
            <a:br>
              <a:rPr lang="en-US" sz="2000" b="1" dirty="0"/>
            </a:br>
            <a:r>
              <a:rPr lang="en-IN" sz="2000" b="1" dirty="0"/>
              <a:t>Peer-to-Peer Wireless Sensor Networks</a:t>
            </a:r>
            <a:endParaRPr lang="en-US" sz="1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3B069CE-D280-E46B-167A-E1C192A7F1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0DC026-D186-94DC-0F82-67834EFF9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20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E84689BE-08C9-347D-2B42-8C9BCDF45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EEBA636C-2B38-B03E-512D-DAB6AEA2F1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00E52E-FDD4-FED4-F6DE-35D4E0EB75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7930" y="1508760"/>
            <a:ext cx="4096982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33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D724-6D21-1D83-56CB-E1BA4272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C92014A-A3BD-7B48-F551-78B0D076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Abnormal Client Behaviour Detection</a:t>
            </a:r>
            <a:endParaRPr lang="en-US" sz="28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1BC0DF2-2136-7B5E-C16B-F1A73CEA5B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498F08-99F7-074A-5AF6-7051EA56D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21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F1DC021C-5CFC-3CEE-90AD-BB80C4168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C40D9645-1493-2C36-8086-5212B4B224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043475CF-4679-3B13-3CA5-4FC31EB0F33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83464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58952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42416" indent="-283464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Server-side strategy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Identifies and down-weights or removes clients whose model updates look anomalous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Improves Robustness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u="sng" dirty="0"/>
                  <a:t>Methodology</a:t>
                </a:r>
              </a:p>
              <a:p>
                <a:pPr marL="626364" lvl="1" indent="-342900"/>
                <a:r>
                  <a:rPr lang="en-IN" dirty="0"/>
                  <a:t>Each participating client k in round 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b="1" dirty="0"/>
                  <a:t> </a:t>
                </a:r>
                <a:r>
                  <a:rPr lang="en-IN" dirty="0"/>
                  <a:t>receives an anomaly score</a:t>
                </a:r>
                <a:r>
                  <a:rPr lang="en-IN" b="1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r>
                  <a:rPr lang="ar-AE" dirty="0"/>
                  <a:t> </a:t>
                </a:r>
                <a:r>
                  <a:rPr lang="en-IN" dirty="0"/>
                  <a:t>from a server-side detector and a derived credit score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endParaRPr lang="en-IN" b="1" dirty="0"/>
              </a:p>
              <a:p>
                <a:pPr marL="626364" lvl="1" indent="-342900"/>
                <a:r>
                  <a:rPr lang="en-IN" dirty="0"/>
                  <a:t>The new aggregation becomes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ar-AE" b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𝑲</m:t>
                        </m:r>
                      </m:sup>
                      <m:e>
                        <m:sSubSup>
                          <m:sSubSup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</m:e>
                    </m:nary>
                    <m:r>
                      <m:rPr>
                        <m:nor/>
                      </m:rPr>
                      <a:rPr lang="ar-AE" b="1" i="1"/>
                      <m:t> </m:t>
                    </m:r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endParaRPr lang="en-IN" b="1" dirty="0"/>
              </a:p>
              <a:p>
                <a:pPr marL="626364" lvl="1" indent="-342900"/>
                <a:r>
                  <a:rPr lang="en-US" dirty="0"/>
                  <a:t>Credit Score </a:t>
                </a:r>
              </a:p>
              <a:p>
                <a:pPr marL="626364" lvl="1" indent="-342900"/>
                <a:endParaRPr lang="en-US" dirty="0"/>
              </a:p>
              <a:p>
                <a:pPr marL="626364" lvl="1" indent="-342900"/>
                <a:endParaRPr lang="en-US" dirty="0"/>
              </a:p>
              <a:p>
                <a:pPr marL="626364" lvl="1" indent="-342900"/>
                <a:r>
                  <a:rPr lang="en-US" i="1" dirty="0"/>
                  <a:t>L</a:t>
                </a:r>
                <a:r>
                  <a:rPr lang="en-US" dirty="0"/>
                  <a:t> tunes how strongly anomalies are down-weighted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043475CF-4679-3B13-3CA5-4FC31EB0F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0"/>
                <a:ext cx="10545326" cy="4724400"/>
              </a:xfrm>
              <a:prstGeom prst="rect">
                <a:avLst/>
              </a:prstGeom>
              <a:blipFill>
                <a:blip r:embed="rId6"/>
                <a:stretch>
                  <a:fillRect l="-347" t="-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1A885E-FCDB-6AD6-6195-EDCD4D5484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0822" y="4087335"/>
            <a:ext cx="2948680" cy="82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8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9651-9443-6925-BB3F-9CDB6294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EECC2EB-BF45-2272-0AC6-D6D3B876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Abnormal Client Behaviour Detection</a:t>
            </a:r>
            <a:endParaRPr lang="en-US" sz="32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46C3828C-9841-E39C-6821-4AA6409F2F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90CC2-083D-E9D1-100D-FC03523469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7631" y="793971"/>
            <a:ext cx="898142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22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9FFEBCA6-4AF5-F2C9-1D60-0DEA1AB17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9D6C2F3B-FB93-E725-F14A-24D1944DA6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9486BA2-8647-7977-0BC6-D3B6EC983182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u="sng" dirty="0"/>
              <a:t>Autoencoder detector</a:t>
            </a:r>
          </a:p>
          <a:p>
            <a:pPr marL="626364" lvl="1" indent="-342900"/>
            <a:r>
              <a:rPr lang="en-US" dirty="0"/>
              <a:t>Reconstructs each incoming update surrogate and assigns an anomaly score proportional to its reconstruction error relative to the minimum error observed in that round</a:t>
            </a:r>
          </a:p>
          <a:p>
            <a:pPr marL="626364" lvl="1" indent="-342900"/>
            <a:r>
              <a:rPr lang="en-US" u="sng" dirty="0"/>
              <a:t>Anomaly Score</a:t>
            </a:r>
          </a:p>
          <a:p>
            <a:pPr marL="626364" lvl="1" indent="-342900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41896-ACA4-0D64-E8C0-074CC391BD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51454" y="2925440"/>
            <a:ext cx="2105319" cy="666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F4D64D-7664-F8DD-C873-E3C4A74172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3798" y="3735103"/>
            <a:ext cx="3686689" cy="781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26ABCD-45CD-B118-72D3-950F082687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2917" y="4607702"/>
            <a:ext cx="5306165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12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02A7-E496-73EC-8D0C-24C01590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E8A4-FBC9-EF5E-F964-92CB4F96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730" y="2304288"/>
            <a:ext cx="6768846" cy="2432304"/>
          </a:xfrm>
        </p:spPr>
        <p:txBody>
          <a:bodyPr/>
          <a:lstStyle/>
          <a:p>
            <a:r>
              <a:rPr lang="en-US" u="sng" dirty="0"/>
              <a:t>Status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A147D0D-D388-C67C-B87F-FC12893734E4}"/>
              </a:ext>
            </a:extLst>
          </p:cNvPr>
          <p:cNvSpPr/>
          <p:nvPr/>
        </p:nvSpPr>
        <p:spPr>
          <a:xfrm>
            <a:off x="2983230" y="2411730"/>
            <a:ext cx="400050" cy="400050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6128469E-6078-4E4D-41CF-160287E93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00" t="1853" r="34468" b="1936"/>
          <a:stretch/>
        </p:blipFill>
        <p:spPr>
          <a:xfrm>
            <a:off x="590946" y="3285257"/>
            <a:ext cx="2162706" cy="217046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96131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704FF-0EDB-8265-D6B3-67DE6D59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1E6DB1C-3ABF-D16A-9300-5F0D1C93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9E2E03A-6A3C-8035-8B2C-FC7F519741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784918-0CB3-CD09-A2A1-D0077FE0D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20159" y="793971"/>
            <a:ext cx="855614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25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409796E0-0529-ABD0-144F-EF48791A4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B1E55F83-A8DE-1E55-4F32-08FF12244F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8A95B99-D2FD-54CB-F2FA-4A9E00F42571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200"/>
            <a:ext cx="10545326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u="sng" dirty="0"/>
              <a:t>Ongoing Research</a:t>
            </a:r>
            <a:r>
              <a:rPr lang="en-US" sz="1600" dirty="0"/>
              <a:t>:</a:t>
            </a:r>
          </a:p>
          <a:p>
            <a:pPr marL="626364" lvl="1" indent="-342900">
              <a:spcAft>
                <a:spcPts val="1200"/>
              </a:spcAft>
            </a:pPr>
            <a:r>
              <a:rPr lang="en-US" sz="1600" dirty="0"/>
              <a:t>Different attack suit (</a:t>
            </a:r>
            <a:r>
              <a:rPr lang="fr-FR" dirty="0" err="1"/>
              <a:t>sign</a:t>
            </a:r>
            <a:r>
              <a:rPr lang="fr-FR" dirty="0"/>
              <a:t>-flip, model-replacement, </a:t>
            </a:r>
            <a:r>
              <a:rPr lang="fr-FR" dirty="0" err="1"/>
              <a:t>Gaussian</a:t>
            </a:r>
            <a:r>
              <a:rPr lang="fr-FR" dirty="0"/>
              <a:t> noise, collusion)</a:t>
            </a:r>
          </a:p>
          <a:p>
            <a:pPr marL="626364" lvl="1" indent="-342900">
              <a:spcAft>
                <a:spcPts val="1200"/>
              </a:spcAft>
            </a:pPr>
            <a:r>
              <a:rPr lang="en-IN" dirty="0"/>
              <a:t>Baselines (mean, coordinate-wise median/trimmed mean, Krum/Multi-Krum, geometric median/RFA)</a:t>
            </a:r>
          </a:p>
          <a:p>
            <a:pPr marL="626364" lvl="1" indent="-342900">
              <a:spcAft>
                <a:spcPts val="1200"/>
              </a:spcAft>
            </a:pPr>
            <a:r>
              <a:rPr lang="en-IN" sz="1600" dirty="0"/>
              <a:t>Statistical tests on peers</a:t>
            </a:r>
            <a:endParaRPr lang="en-US" sz="1600" dirty="0"/>
          </a:p>
          <a:p>
            <a:pPr marL="909828" lvl="2" indent="-342900"/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1477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D9444-B1A9-0AF8-3653-F913B2F4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3CA54E-32CE-1444-483C-2DC55D3A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91E2B6E-28C8-1F64-7E5C-7BA5FE9A75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B1132A-937A-99B3-6CEE-FEFFCBFF7E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20159" y="793971"/>
            <a:ext cx="855614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24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4B3697E0-7289-8B23-CC68-1EA7DD333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739406BA-B51A-F45D-7767-A0F999821E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7160983-0250-5618-786E-99686844DBAA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199"/>
            <a:ext cx="10545326" cy="5040087"/>
          </a:xfrm>
          <a:prstGeom prst="rect">
            <a:avLst/>
          </a:prstGeom>
          <a:solidFill>
            <a:schemeClr val="bg2">
              <a:alpha val="8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Pillutla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 S. M. Kakade, and Z.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Harchaoui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“Robust Aggregation for Federated Learning,”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IEEE Transactions on Signal Processing, vol. 70, 2022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H. B. McMahan, E. Moore, D. Ramage, S. Hampson, and B.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Agüera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Arcas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“Communication-Efficient Learning of Deep Networks from Decentralized Data,”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Proceedings of the 20th International Conference on Artificial Intelligence and Statistics (AISTATS), Proceedings of Machine Learning Research, vol. 54, 2017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Geiping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H. Bauermeister, H.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Dröge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M. Moeller,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“Inverting Gradients — How Easy Is It to Break Privacy in Federated Learning?,”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arXiv:2003, 2020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S. Ganesh, J. Chen, G.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Thoppe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V. Aggarwal,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“Global Convergence Guarantees for Federated Policy Gradient Methods with Adversaries,”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Transactions on Machine Learning Research (TMLR), 2024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S. Li, Y. Cheng, Y. Liu, W. Wang, and T. Chen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“Abnormal Client Behavior Detection in Federated Learning,”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Proceedings of the 2nd International Workshop on Federated Learning for Data Privacy and Confidentiality (FL-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NeurIPS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2019), 2019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9828" lvl="2" indent="-342900"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22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A179-1784-4438-FE17-E79158F9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36E3C32-6C65-0E80-3E14-2E8D3DB7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CBD253C-4F7E-D507-B355-D3168A8551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7A97E8-4ADD-75A5-B659-4B67A59DF8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20159" y="793971"/>
            <a:ext cx="855614" cy="62179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24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Robot with solid fill">
            <a:extLst>
              <a:ext uri="{FF2B5EF4-FFF2-40B4-BE49-F238E27FC236}">
                <a16:creationId xmlns:a16="http://schemas.microsoft.com/office/drawing/2014/main" id="{311DE276-56CE-B6B6-2355-95C9F6809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8503" y="755109"/>
            <a:ext cx="699516" cy="699516"/>
          </a:xfrm>
          <a:prstGeom prst="rect">
            <a:avLst/>
          </a:prstGeom>
        </p:spPr>
      </p:pic>
      <p:pic>
        <p:nvPicPr>
          <p:cNvPr id="5" name="Picture 4" descr="A cartoon robot holding a paper and pen&#10;&#10;Description automatically generated">
            <a:extLst>
              <a:ext uri="{FF2B5EF4-FFF2-40B4-BE49-F238E27FC236}">
                <a16:creationId xmlns:a16="http://schemas.microsoft.com/office/drawing/2014/main" id="{D7154042-354C-8A1F-1215-460BE11D21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00" t="1853" r="34468" b="1936"/>
          <a:stretch/>
        </p:blipFill>
        <p:spPr>
          <a:xfrm>
            <a:off x="831579" y="5150152"/>
            <a:ext cx="2162706" cy="2170463"/>
          </a:xfrm>
          <a:prstGeom prst="ellipse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26ED4F6-9741-7CB7-D418-B9D6D444ACB3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600199"/>
            <a:ext cx="10545326" cy="5040087"/>
          </a:xfrm>
          <a:prstGeom prst="rect">
            <a:avLst/>
          </a:prstGeom>
          <a:solidFill>
            <a:schemeClr val="bg2">
              <a:alpha val="83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Tactical perception: vehicles, UAVs, and soldier handhelds co‑train object detection at the edge without centralizing sensitive data, improving local models under data scarcity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Communications and spectrum: radios collaboratively learn channel selection and jamming avoidance policies while keeping signals on‑device, which suits contested and D‑DIL (Denied, Disrupted, Intermittent, Limited) conditions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Collaborative spectrum sensing and anti‑jamming policy learning among tactical radios uses FL with local anomaly checks to isolate spoofed or hijacked emitters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677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1ADC40-BC4C-57E1-1738-C220C8BE7002}"/>
              </a:ext>
            </a:extLst>
          </p:cNvPr>
          <p:cNvSpPr/>
          <p:nvPr/>
        </p:nvSpPr>
        <p:spPr>
          <a:xfrm>
            <a:off x="-674370" y="3989902"/>
            <a:ext cx="400050" cy="400050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60AEEE-40A7-90BD-06CD-4B655C1F10AB}"/>
              </a:ext>
            </a:extLst>
          </p:cNvPr>
          <p:cNvSpPr/>
          <p:nvPr/>
        </p:nvSpPr>
        <p:spPr>
          <a:xfrm>
            <a:off x="12390120" y="6252210"/>
            <a:ext cx="400050" cy="400050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039 -0.00278 L 0.08385 -0.00602 L 0.08385 -0.00602 C 0.08802 -0.00556 0.09206 -0.00579 0.09609 -0.0044 C 0.09713 -0.00394 0.09778 -0.00162 0.09896 -0.00093 C 0.10169 0.00023 0.10456 3.7037E-7 0.10729 0.00069 C 0.11484 0.00949 0.10573 -0.00208 0.11198 0.00903 C 0.11276 0.01042 0.11393 0.01111 0.11484 0.01227 C 0.1164 0.01435 0.1181 0.01643 0.11953 0.01898 C 0.12044 0.0206 0.12331 0.02801 0.12422 0.03056 C 0.12669 0.03773 0.12747 0.03935 0.1289 0.04722 C 0.12929 0.04954 0.12982 0.05162 0.12982 0.05393 C 0.13008 0.06898 0.12982 0.08403 0.12982 0.09907 L 0.13073 0.30069 C 0.13294 0.30393 0.13476 0.30833 0.13737 0.31065 C 0.15286 0.32523 0.13802 0.30185 0.14948 0.32222 C 0.15169 0.3338 0.14857 0.32014 0.15416 0.33241 C 0.15482 0.33356 0.15482 0.33565 0.15508 0.33727 C 0.15573 0.34005 0.15651 0.34282 0.15703 0.3456 C 0.15742 0.34838 0.15716 0.35162 0.15794 0.35393 C 0.15872 0.35625 0.16054 0.35718 0.16172 0.35903 C 0.16276 0.36042 0.16354 0.3625 0.16445 0.36389 C 0.16536 0.36528 0.1664 0.36597 0.16732 0.36736 C 0.16836 0.36875 0.16901 0.37106 0.17018 0.37222 C 0.17096 0.37338 0.172 0.37338 0.17291 0.37407 C 0.17552 0.37778 0.17916 0.38333 0.18229 0.38565 C 0.18385 0.38681 0.18541 0.38681 0.18698 0.38727 C 0.18828 0.38958 0.18919 0.39236 0.19075 0.39398 C 0.19219 0.39537 0.19401 0.39468 0.19544 0.3956 C 0.19648 0.3963 0.19713 0.39838 0.19831 0.39907 C 0.20039 0.4 0.2026 0.4 0.20482 0.40069 C 0.20612 0.40185 0.20729 0.40324 0.20859 0.40393 C 0.22409 0.41412 0.23607 0.40648 0.25547 0.40556 C 0.26133 0.40463 0.26771 0.40625 0.27317 0.40231 C 0.27617 0.40023 0.27591 0.39074 0.2789 0.38889 C 0.27982 0.38843 0.28073 0.38819 0.28164 0.38727 C 0.28268 0.38634 0.28359 0.38518 0.2845 0.38403 C 0.28958 0.37755 0.28841 0.3787 0.29388 0.36898 C 0.29479 0.36736 0.29609 0.36597 0.29661 0.36389 C 0.30026 0.35116 0.29713 0.36296 0.29948 0.35231 C 0.30065 0.34676 0.30091 0.33981 0.30325 0.33565 L 0.31067 0.32222 C 0.31237 0.31343 0.31054 0.3206 0.31445 0.31227 C 0.31523 0.31088 0.31588 0.30903 0.3164 0.30741 C 0.31679 0.30579 0.31666 0.3037 0.31732 0.30231 C 0.31823 0.30023 0.31979 0.29907 0.32109 0.29722 C 0.32135 0.29444 0.32135 0.29167 0.322 0.28889 C 0.32239 0.28704 0.32383 0.28588 0.32383 0.28403 C 0.32409 0.27569 0.32304 0.26736 0.32291 0.25903 C 0.32278 0.25116 0.32291 0.24352 0.32291 0.23565 L 0.32005 -0.30926 L 0.32005 -0.30926 L 0.32005 -0.30926 L 0.32005 -0.30926 " pathEditMode="relative" ptsTypes="AAAAAAAAAAAAAAAAAAAAAAAAAAAAAAAAAAAAAAAAAAAAAAAAAAAA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143 0.00093 L -0.03893 -0.00255 C -0.04114 -0.00579 -0.04323 -0.00949 -0.04557 -0.0125 C -0.04661 -0.01389 -0.04817 -0.01435 -0.04922 -0.01597 C -0.05013 -0.01713 -0.05026 -0.01968 -0.05117 -0.02083 C -0.05208 -0.02199 -0.0569 -0.02477 -0.05859 -0.02593 C -0.06614 -0.04792 -0.05482 -0.01736 -0.06901 -0.04259 C -0.06992 -0.04421 -0.0707 -0.0463 -0.07174 -0.04745 C -0.07474 -0.05116 -0.07799 -0.05417 -0.08112 -0.05764 L -0.0858 -0.0625 C -0.08776 -0.07639 -0.08541 -0.06273 -0.08867 -0.0743 C -0.08906 -0.07569 -0.08919 -0.07755 -0.08958 -0.07917 C -0.09427 -0.10139 -0.08815 -0.06991 -0.09336 -0.10093 C -0.09414 -0.10602 -0.09609 -0.11597 -0.09609 -0.11597 C -0.09505 -0.1831 -0.09518 -0.1537 -0.09518 -0.20417 L -0.09336 -0.75417 " pathEditMode="relative" ptsTypes="AAAAAAAAAAAA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C75813-FBB5-478B-828B-AC67018E272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31C809-C6F0-48D7-BF3E-4570CDAF51AF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E30B917-A3AD-46B5-A6A4-F876E3BAC36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1936</TotalTime>
  <Words>1258</Words>
  <Application>Microsoft Office PowerPoint</Application>
  <PresentationFormat>Widescreen</PresentationFormat>
  <Paragraphs>224</Paragraphs>
  <Slides>25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Black</vt:lpstr>
      <vt:lpstr>Bahnschrift Light SemiCondensed</vt:lpstr>
      <vt:lpstr>Calibri</vt:lpstr>
      <vt:lpstr>Cambria Math</vt:lpstr>
      <vt:lpstr>DM Sans</vt:lpstr>
      <vt:lpstr>fkGroteskNeue</vt:lpstr>
      <vt:lpstr>Lato</vt:lpstr>
      <vt:lpstr>Office Theme</vt:lpstr>
      <vt:lpstr>Lightweight Byzantine Detection for Resource-Constrained Federated Learning</vt:lpstr>
      <vt:lpstr>Preview</vt:lpstr>
      <vt:lpstr>Introduction</vt:lpstr>
      <vt:lpstr>What is Federated Learning</vt:lpstr>
      <vt:lpstr>What is Federated Learning</vt:lpstr>
      <vt:lpstr>What is Federated Learning</vt:lpstr>
      <vt:lpstr>What is Federated Learning</vt:lpstr>
      <vt:lpstr>Problem Statement</vt:lpstr>
      <vt:lpstr>Problem Statement</vt:lpstr>
      <vt:lpstr>Problem Statement</vt:lpstr>
      <vt:lpstr>Problem Statement</vt:lpstr>
      <vt:lpstr>Problem Statement</vt:lpstr>
      <vt:lpstr>Detection Objective</vt:lpstr>
      <vt:lpstr>Relation to Robust Aggregation</vt:lpstr>
      <vt:lpstr>AuthenticPeer: A Reputation Management System for Peer-to-Peer Wireless Sensor Networks</vt:lpstr>
      <vt:lpstr>AuthenticPeer: A Reputation Management System for Peer-to-Peer Wireless Sensor Networks</vt:lpstr>
      <vt:lpstr>AuthenticPeer: A Reputation Management System for Peer-to-Peer Wireless Sensor Networks</vt:lpstr>
      <vt:lpstr>AuthenticPeer: A Reputation Management System for Peer-to-Peer Wireless Sensor Networks</vt:lpstr>
      <vt:lpstr>Abnormal Client Behaviour Detection</vt:lpstr>
      <vt:lpstr>Abnormal Client Behaviour Detection</vt:lpstr>
      <vt:lpstr>Status</vt:lpstr>
      <vt:lpstr>Status</vt:lpstr>
      <vt:lpstr>References</vt:lpstr>
      <vt:lpstr>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Issues and Architecture in Mobile Computing (Across Layers)</dc:title>
  <dc:creator/>
  <cp:lastModifiedBy>Abhishek Tripathi</cp:lastModifiedBy>
  <cp:revision>48</cp:revision>
  <dcterms:created xsi:type="dcterms:W3CDTF">2022-08-18T06:47:08Z</dcterms:created>
  <dcterms:modified xsi:type="dcterms:W3CDTF">2025-09-26T10:35:26Z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